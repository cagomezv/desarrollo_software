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7" r:id="rId2"/>
    <p:sldId id="258" r:id="rId3"/>
    <p:sldId id="297" r:id="rId4"/>
    <p:sldId id="275" r:id="rId5"/>
    <p:sldId id="276" r:id="rId6"/>
    <p:sldId id="260" r:id="rId7"/>
    <p:sldId id="261" r:id="rId8"/>
    <p:sldId id="262" r:id="rId9"/>
    <p:sldId id="298" r:id="rId10"/>
    <p:sldId id="299" r:id="rId11"/>
    <p:sldId id="263" r:id="rId12"/>
    <p:sldId id="264" r:id="rId13"/>
    <p:sldId id="265" r:id="rId14"/>
    <p:sldId id="266" r:id="rId15"/>
    <p:sldId id="267" r:id="rId16"/>
    <p:sldId id="268" r:id="rId17"/>
    <p:sldId id="269"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Lst>
  <p:sldSz cx="9144000" cy="6858000" type="screen4x3"/>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Estilo medio 1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FECB4D8-DB02-4DC6-A0A2-4F2EBAE1DC90}" styleName="Estilo medio 1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A111915-BE36-4E01-A7E5-04B1672EAD32}" styleName="Estilo claro 2 - Acento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Estilo medio 1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E269D01E-BC32-4049-B463-5C60D7B0CCD2}" styleName="Estilo temático 2 - Énfasis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Estilo temático 2 - Énfasis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301B821-A1FF-4177-AEE7-76D212191A09}" styleName="Estilo medio 1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5" d="100"/>
          <a:sy n="85" d="100"/>
        </p:scale>
        <p:origin x="1554"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5">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D7136A-3816-47ED-BE8F-281E52C7F18C}" type="doc">
      <dgm:prSet loTypeId="urn:microsoft.com/office/officeart/2005/8/layout/chevron2" loCatId="list" qsTypeId="urn:microsoft.com/office/officeart/2005/8/quickstyle/simple1" qsCatId="simple" csTypeId="urn:microsoft.com/office/officeart/2005/8/colors/colorful1#1" csCatId="colorful" phldr="1"/>
      <dgm:spPr/>
      <dgm:t>
        <a:bodyPr/>
        <a:lstStyle/>
        <a:p>
          <a:endParaRPr lang="es-PE"/>
        </a:p>
      </dgm:t>
    </dgm:pt>
    <dgm:pt modelId="{2739E89E-82AC-4A2E-849A-A644DD066DBB}">
      <dgm:prSet phldrT="[Texto]"/>
      <dgm:spPr/>
      <dgm:t>
        <a:bodyPr/>
        <a:lstStyle/>
        <a:p>
          <a:r>
            <a:rPr lang="es-ES_tradnl" dirty="0"/>
            <a:t>CREATE</a:t>
          </a:r>
          <a:endParaRPr lang="es-PE" dirty="0"/>
        </a:p>
      </dgm:t>
    </dgm:pt>
    <dgm:pt modelId="{86251E3D-8543-47FA-83EF-A68951D47222}" type="parTrans" cxnId="{1A3FAA88-8C1D-4F49-AC27-A444E882205C}">
      <dgm:prSet/>
      <dgm:spPr/>
      <dgm:t>
        <a:bodyPr/>
        <a:lstStyle/>
        <a:p>
          <a:endParaRPr lang="es-PE"/>
        </a:p>
      </dgm:t>
    </dgm:pt>
    <dgm:pt modelId="{F0D3D262-87FF-4FAE-A549-849269F3AFC0}" type="sibTrans" cxnId="{1A3FAA88-8C1D-4F49-AC27-A444E882205C}">
      <dgm:prSet/>
      <dgm:spPr/>
      <dgm:t>
        <a:bodyPr/>
        <a:lstStyle/>
        <a:p>
          <a:endParaRPr lang="es-PE"/>
        </a:p>
      </dgm:t>
    </dgm:pt>
    <dgm:pt modelId="{F78E0DB2-EA7F-4DB8-B307-FB03FC2611E5}">
      <dgm:prSet phldrT="[Texto]"/>
      <dgm:spPr/>
      <dgm:t>
        <a:bodyPr/>
        <a:lstStyle/>
        <a:p>
          <a:r>
            <a:rPr lang="es-ES_tradnl" dirty="0">
              <a:solidFill>
                <a:schemeClr val="accent6">
                  <a:lumMod val="50000"/>
                </a:schemeClr>
              </a:solidFill>
            </a:rPr>
            <a:t>CREAR NUEVAS TABLAS.</a:t>
          </a:r>
          <a:endParaRPr lang="es-PE" dirty="0">
            <a:solidFill>
              <a:schemeClr val="accent6">
                <a:lumMod val="50000"/>
              </a:schemeClr>
            </a:solidFill>
          </a:endParaRPr>
        </a:p>
      </dgm:t>
    </dgm:pt>
    <dgm:pt modelId="{E470ED69-DC58-406A-BB79-8976153FFF8A}" type="parTrans" cxnId="{E9318CFD-AF2F-425A-8993-96D5EFFA75AD}">
      <dgm:prSet/>
      <dgm:spPr/>
      <dgm:t>
        <a:bodyPr/>
        <a:lstStyle/>
        <a:p>
          <a:endParaRPr lang="es-PE"/>
        </a:p>
      </dgm:t>
    </dgm:pt>
    <dgm:pt modelId="{53F7E0EE-58E7-4A72-BA2C-ACFEE9BEF34C}" type="sibTrans" cxnId="{E9318CFD-AF2F-425A-8993-96D5EFFA75AD}">
      <dgm:prSet/>
      <dgm:spPr/>
      <dgm:t>
        <a:bodyPr/>
        <a:lstStyle/>
        <a:p>
          <a:endParaRPr lang="es-PE"/>
        </a:p>
      </dgm:t>
    </dgm:pt>
    <dgm:pt modelId="{9CCBFF65-6F51-4767-A8B1-202D8C79FE29}">
      <dgm:prSet phldrT="[Texto]"/>
      <dgm:spPr/>
      <dgm:t>
        <a:bodyPr/>
        <a:lstStyle/>
        <a:p>
          <a:r>
            <a:rPr lang="es-ES_tradnl" dirty="0">
              <a:solidFill>
                <a:schemeClr val="accent6">
                  <a:lumMod val="50000"/>
                </a:schemeClr>
              </a:solidFill>
            </a:rPr>
            <a:t>CREAR NUEVAS CAMPOS E ÍNDICES.</a:t>
          </a:r>
          <a:endParaRPr lang="es-PE" dirty="0">
            <a:solidFill>
              <a:schemeClr val="accent6">
                <a:lumMod val="50000"/>
              </a:schemeClr>
            </a:solidFill>
          </a:endParaRPr>
        </a:p>
      </dgm:t>
    </dgm:pt>
    <dgm:pt modelId="{726C8AAD-6ECC-4909-A3FD-5823D09EE39A}" type="parTrans" cxnId="{B550F9C7-CEFC-4B64-B2F8-CED36E48A9E9}">
      <dgm:prSet/>
      <dgm:spPr/>
      <dgm:t>
        <a:bodyPr/>
        <a:lstStyle/>
        <a:p>
          <a:endParaRPr lang="es-PE"/>
        </a:p>
      </dgm:t>
    </dgm:pt>
    <dgm:pt modelId="{2791F860-AD7E-4641-A721-EEADD9A9E6EF}" type="sibTrans" cxnId="{B550F9C7-CEFC-4B64-B2F8-CED36E48A9E9}">
      <dgm:prSet/>
      <dgm:spPr/>
      <dgm:t>
        <a:bodyPr/>
        <a:lstStyle/>
        <a:p>
          <a:endParaRPr lang="es-PE"/>
        </a:p>
      </dgm:t>
    </dgm:pt>
    <dgm:pt modelId="{AE222630-0796-4491-A0F4-EB62AE097F0B}">
      <dgm:prSet phldrT="[Texto]"/>
      <dgm:spPr/>
      <dgm:t>
        <a:bodyPr/>
        <a:lstStyle/>
        <a:p>
          <a:r>
            <a:rPr lang="es-ES_tradnl" dirty="0"/>
            <a:t>DROP</a:t>
          </a:r>
          <a:endParaRPr lang="es-PE" dirty="0"/>
        </a:p>
      </dgm:t>
    </dgm:pt>
    <dgm:pt modelId="{51DAAFD2-C63F-44B4-85E1-4F02A9151F83}" type="parTrans" cxnId="{B2522944-E3BE-4820-9940-D4584DA66E5A}">
      <dgm:prSet/>
      <dgm:spPr/>
      <dgm:t>
        <a:bodyPr/>
        <a:lstStyle/>
        <a:p>
          <a:endParaRPr lang="es-PE"/>
        </a:p>
      </dgm:t>
    </dgm:pt>
    <dgm:pt modelId="{6BAC0612-EAF6-4917-A2B7-10EA07FFA44E}" type="sibTrans" cxnId="{B2522944-E3BE-4820-9940-D4584DA66E5A}">
      <dgm:prSet/>
      <dgm:spPr/>
      <dgm:t>
        <a:bodyPr/>
        <a:lstStyle/>
        <a:p>
          <a:endParaRPr lang="es-PE"/>
        </a:p>
      </dgm:t>
    </dgm:pt>
    <dgm:pt modelId="{3918ED97-2CCC-4E11-BDAF-BE8CBCC27231}">
      <dgm:prSet phldrT="[Texto]"/>
      <dgm:spPr/>
      <dgm:t>
        <a:bodyPr/>
        <a:lstStyle/>
        <a:p>
          <a:r>
            <a:rPr lang="es-ES_tradnl" dirty="0">
              <a:solidFill>
                <a:schemeClr val="accent6">
                  <a:lumMod val="50000"/>
                </a:schemeClr>
              </a:solidFill>
            </a:rPr>
            <a:t>ELIMINA TABLAS E ÍNDICES.</a:t>
          </a:r>
          <a:endParaRPr lang="es-PE" dirty="0">
            <a:solidFill>
              <a:schemeClr val="accent6">
                <a:lumMod val="50000"/>
              </a:schemeClr>
            </a:solidFill>
          </a:endParaRPr>
        </a:p>
      </dgm:t>
    </dgm:pt>
    <dgm:pt modelId="{A06B1AF5-48A9-49E2-B0AC-24F3DE474526}" type="parTrans" cxnId="{41A164EA-1C8F-4F31-8106-1B4C1F9DEE6E}">
      <dgm:prSet/>
      <dgm:spPr/>
      <dgm:t>
        <a:bodyPr/>
        <a:lstStyle/>
        <a:p>
          <a:endParaRPr lang="es-PE"/>
        </a:p>
      </dgm:t>
    </dgm:pt>
    <dgm:pt modelId="{7C11011C-5F14-4689-94FE-68D1460D0521}" type="sibTrans" cxnId="{41A164EA-1C8F-4F31-8106-1B4C1F9DEE6E}">
      <dgm:prSet/>
      <dgm:spPr/>
      <dgm:t>
        <a:bodyPr/>
        <a:lstStyle/>
        <a:p>
          <a:endParaRPr lang="es-PE"/>
        </a:p>
      </dgm:t>
    </dgm:pt>
    <dgm:pt modelId="{8299541A-7E9C-4F0C-B797-25D6373D193C}">
      <dgm:prSet phldrT="[Texto]"/>
      <dgm:spPr/>
      <dgm:t>
        <a:bodyPr/>
        <a:lstStyle/>
        <a:p>
          <a:r>
            <a:rPr lang="es-ES_tradnl" dirty="0"/>
            <a:t>ALTER</a:t>
          </a:r>
          <a:endParaRPr lang="es-PE" dirty="0"/>
        </a:p>
      </dgm:t>
    </dgm:pt>
    <dgm:pt modelId="{3E245682-CAA0-4A60-95EB-CB010C243666}" type="parTrans" cxnId="{D5662DD3-4716-45C0-8C6D-AF162FFF075F}">
      <dgm:prSet/>
      <dgm:spPr/>
      <dgm:t>
        <a:bodyPr/>
        <a:lstStyle/>
        <a:p>
          <a:endParaRPr lang="es-PE"/>
        </a:p>
      </dgm:t>
    </dgm:pt>
    <dgm:pt modelId="{E4949DFE-75CF-48C0-B872-ECC9441B9324}" type="sibTrans" cxnId="{D5662DD3-4716-45C0-8C6D-AF162FFF075F}">
      <dgm:prSet/>
      <dgm:spPr/>
      <dgm:t>
        <a:bodyPr/>
        <a:lstStyle/>
        <a:p>
          <a:endParaRPr lang="es-PE"/>
        </a:p>
      </dgm:t>
    </dgm:pt>
    <dgm:pt modelId="{2C052F0A-F9BA-44F6-A8F4-401E9028CD5B}">
      <dgm:prSet phldrT="[Texto]"/>
      <dgm:spPr/>
      <dgm:t>
        <a:bodyPr/>
        <a:lstStyle/>
        <a:p>
          <a:r>
            <a:rPr lang="es-ES_tradnl" dirty="0">
              <a:solidFill>
                <a:schemeClr val="accent6">
                  <a:lumMod val="50000"/>
                </a:schemeClr>
              </a:solidFill>
            </a:rPr>
            <a:t>MODIFICAR LAS TABLAS AGREGANDO CAMPOS O CAMBIANDO LOS CAMPOS. </a:t>
          </a:r>
          <a:endParaRPr lang="es-PE" dirty="0">
            <a:solidFill>
              <a:schemeClr val="accent6">
                <a:lumMod val="50000"/>
              </a:schemeClr>
            </a:solidFill>
          </a:endParaRPr>
        </a:p>
      </dgm:t>
    </dgm:pt>
    <dgm:pt modelId="{B2AB909A-4BD2-490E-801F-86D4EE3B0F07}" type="parTrans" cxnId="{97A7C63C-574C-4270-9830-095919E4EDD6}">
      <dgm:prSet/>
      <dgm:spPr/>
      <dgm:t>
        <a:bodyPr/>
        <a:lstStyle/>
        <a:p>
          <a:endParaRPr lang="es-PE"/>
        </a:p>
      </dgm:t>
    </dgm:pt>
    <dgm:pt modelId="{7B72BD6A-5CE1-44D8-9167-4500E2141A4D}" type="sibTrans" cxnId="{97A7C63C-574C-4270-9830-095919E4EDD6}">
      <dgm:prSet/>
      <dgm:spPr/>
      <dgm:t>
        <a:bodyPr/>
        <a:lstStyle/>
        <a:p>
          <a:endParaRPr lang="es-PE"/>
        </a:p>
      </dgm:t>
    </dgm:pt>
    <dgm:pt modelId="{39316B39-8FCC-459B-B6B0-F85E3433E1EB}" type="pres">
      <dgm:prSet presAssocID="{FFD7136A-3816-47ED-BE8F-281E52C7F18C}" presName="linearFlow" presStyleCnt="0">
        <dgm:presLayoutVars>
          <dgm:dir/>
          <dgm:animLvl val="lvl"/>
          <dgm:resizeHandles val="exact"/>
        </dgm:presLayoutVars>
      </dgm:prSet>
      <dgm:spPr/>
    </dgm:pt>
    <dgm:pt modelId="{69E6ECCC-8E8B-4B8D-BB81-399902E09F61}" type="pres">
      <dgm:prSet presAssocID="{2739E89E-82AC-4A2E-849A-A644DD066DBB}" presName="composite" presStyleCnt="0"/>
      <dgm:spPr/>
    </dgm:pt>
    <dgm:pt modelId="{9C0DA048-E5E4-43A5-9FFD-EA526FC78752}" type="pres">
      <dgm:prSet presAssocID="{2739E89E-82AC-4A2E-849A-A644DD066DBB}" presName="parentText" presStyleLbl="alignNode1" presStyleIdx="0" presStyleCnt="3">
        <dgm:presLayoutVars>
          <dgm:chMax val="1"/>
          <dgm:bulletEnabled val="1"/>
        </dgm:presLayoutVars>
      </dgm:prSet>
      <dgm:spPr/>
    </dgm:pt>
    <dgm:pt modelId="{A4585AD4-EA64-4A99-92B6-0E2050A7839E}" type="pres">
      <dgm:prSet presAssocID="{2739E89E-82AC-4A2E-849A-A644DD066DBB}" presName="descendantText" presStyleLbl="alignAcc1" presStyleIdx="0" presStyleCnt="3">
        <dgm:presLayoutVars>
          <dgm:bulletEnabled val="1"/>
        </dgm:presLayoutVars>
      </dgm:prSet>
      <dgm:spPr/>
    </dgm:pt>
    <dgm:pt modelId="{48487524-8B4A-4DC2-8731-165522A96523}" type="pres">
      <dgm:prSet presAssocID="{F0D3D262-87FF-4FAE-A549-849269F3AFC0}" presName="sp" presStyleCnt="0"/>
      <dgm:spPr/>
    </dgm:pt>
    <dgm:pt modelId="{52605154-CE53-42D5-A1DE-CD03F521DAE5}" type="pres">
      <dgm:prSet presAssocID="{AE222630-0796-4491-A0F4-EB62AE097F0B}" presName="composite" presStyleCnt="0"/>
      <dgm:spPr/>
    </dgm:pt>
    <dgm:pt modelId="{71F31415-C417-4ABD-9E0B-6449B4061D35}" type="pres">
      <dgm:prSet presAssocID="{AE222630-0796-4491-A0F4-EB62AE097F0B}" presName="parentText" presStyleLbl="alignNode1" presStyleIdx="1" presStyleCnt="3">
        <dgm:presLayoutVars>
          <dgm:chMax val="1"/>
          <dgm:bulletEnabled val="1"/>
        </dgm:presLayoutVars>
      </dgm:prSet>
      <dgm:spPr/>
    </dgm:pt>
    <dgm:pt modelId="{B9B8D5F3-14F5-483A-A8DE-1CC580547AF6}" type="pres">
      <dgm:prSet presAssocID="{AE222630-0796-4491-A0F4-EB62AE097F0B}" presName="descendantText" presStyleLbl="alignAcc1" presStyleIdx="1" presStyleCnt="3">
        <dgm:presLayoutVars>
          <dgm:bulletEnabled val="1"/>
        </dgm:presLayoutVars>
      </dgm:prSet>
      <dgm:spPr/>
    </dgm:pt>
    <dgm:pt modelId="{DE734A98-4F93-455E-96C8-CAE53CBE89E7}" type="pres">
      <dgm:prSet presAssocID="{6BAC0612-EAF6-4917-A2B7-10EA07FFA44E}" presName="sp" presStyleCnt="0"/>
      <dgm:spPr/>
    </dgm:pt>
    <dgm:pt modelId="{7D143D8B-EC56-414C-90DC-B6B40E7D1775}" type="pres">
      <dgm:prSet presAssocID="{8299541A-7E9C-4F0C-B797-25D6373D193C}" presName="composite" presStyleCnt="0"/>
      <dgm:spPr/>
    </dgm:pt>
    <dgm:pt modelId="{7AF9AD8A-52C8-4753-9F21-CC4921B97CA6}" type="pres">
      <dgm:prSet presAssocID="{8299541A-7E9C-4F0C-B797-25D6373D193C}" presName="parentText" presStyleLbl="alignNode1" presStyleIdx="2" presStyleCnt="3">
        <dgm:presLayoutVars>
          <dgm:chMax val="1"/>
          <dgm:bulletEnabled val="1"/>
        </dgm:presLayoutVars>
      </dgm:prSet>
      <dgm:spPr/>
    </dgm:pt>
    <dgm:pt modelId="{8C7B14F6-5DA3-41C0-8375-D71B4259410A}" type="pres">
      <dgm:prSet presAssocID="{8299541A-7E9C-4F0C-B797-25D6373D193C}" presName="descendantText" presStyleLbl="alignAcc1" presStyleIdx="2" presStyleCnt="3">
        <dgm:presLayoutVars>
          <dgm:bulletEnabled val="1"/>
        </dgm:presLayoutVars>
      </dgm:prSet>
      <dgm:spPr/>
    </dgm:pt>
  </dgm:ptLst>
  <dgm:cxnLst>
    <dgm:cxn modelId="{36938E05-E2C2-471D-BE62-B80F99E8C6CD}" type="presOf" srcId="{2739E89E-82AC-4A2E-849A-A644DD066DBB}" destId="{9C0DA048-E5E4-43A5-9FFD-EA526FC78752}" srcOrd="0" destOrd="0" presId="urn:microsoft.com/office/officeart/2005/8/layout/chevron2"/>
    <dgm:cxn modelId="{7D126F06-6032-4A49-ABB8-FBD6AA4F0D34}" type="presOf" srcId="{F78E0DB2-EA7F-4DB8-B307-FB03FC2611E5}" destId="{A4585AD4-EA64-4A99-92B6-0E2050A7839E}" srcOrd="0" destOrd="0" presId="urn:microsoft.com/office/officeart/2005/8/layout/chevron2"/>
    <dgm:cxn modelId="{1211BE10-9985-44AE-A5F3-40022AD9A57D}" type="presOf" srcId="{9CCBFF65-6F51-4767-A8B1-202D8C79FE29}" destId="{A4585AD4-EA64-4A99-92B6-0E2050A7839E}" srcOrd="0" destOrd="1" presId="urn:microsoft.com/office/officeart/2005/8/layout/chevron2"/>
    <dgm:cxn modelId="{A495DD1A-95EF-4955-B628-A68D952F2FF0}" type="presOf" srcId="{2C052F0A-F9BA-44F6-A8F4-401E9028CD5B}" destId="{8C7B14F6-5DA3-41C0-8375-D71B4259410A}" srcOrd="0" destOrd="0" presId="urn:microsoft.com/office/officeart/2005/8/layout/chevron2"/>
    <dgm:cxn modelId="{DF43D62E-521A-49AA-ACF3-44F83D5822F4}" type="presOf" srcId="{3918ED97-2CCC-4E11-BDAF-BE8CBCC27231}" destId="{B9B8D5F3-14F5-483A-A8DE-1CC580547AF6}" srcOrd="0" destOrd="0" presId="urn:microsoft.com/office/officeart/2005/8/layout/chevron2"/>
    <dgm:cxn modelId="{97A7C63C-574C-4270-9830-095919E4EDD6}" srcId="{8299541A-7E9C-4F0C-B797-25D6373D193C}" destId="{2C052F0A-F9BA-44F6-A8F4-401E9028CD5B}" srcOrd="0" destOrd="0" parTransId="{B2AB909A-4BD2-490E-801F-86D4EE3B0F07}" sibTransId="{7B72BD6A-5CE1-44D8-9167-4500E2141A4D}"/>
    <dgm:cxn modelId="{B2522944-E3BE-4820-9940-D4584DA66E5A}" srcId="{FFD7136A-3816-47ED-BE8F-281E52C7F18C}" destId="{AE222630-0796-4491-A0F4-EB62AE097F0B}" srcOrd="1" destOrd="0" parTransId="{51DAAFD2-C63F-44B4-85E1-4F02A9151F83}" sibTransId="{6BAC0612-EAF6-4917-A2B7-10EA07FFA44E}"/>
    <dgm:cxn modelId="{9FB37B52-8162-4D5D-A724-6CA5CF7A8DAE}" type="presOf" srcId="{FFD7136A-3816-47ED-BE8F-281E52C7F18C}" destId="{39316B39-8FCC-459B-B6B0-F85E3433E1EB}" srcOrd="0" destOrd="0" presId="urn:microsoft.com/office/officeart/2005/8/layout/chevron2"/>
    <dgm:cxn modelId="{A5E68C59-74FF-4B8D-AEFB-0101977EC83D}" type="presOf" srcId="{8299541A-7E9C-4F0C-B797-25D6373D193C}" destId="{7AF9AD8A-52C8-4753-9F21-CC4921B97CA6}" srcOrd="0" destOrd="0" presId="urn:microsoft.com/office/officeart/2005/8/layout/chevron2"/>
    <dgm:cxn modelId="{1A3FAA88-8C1D-4F49-AC27-A444E882205C}" srcId="{FFD7136A-3816-47ED-BE8F-281E52C7F18C}" destId="{2739E89E-82AC-4A2E-849A-A644DD066DBB}" srcOrd="0" destOrd="0" parTransId="{86251E3D-8543-47FA-83EF-A68951D47222}" sibTransId="{F0D3D262-87FF-4FAE-A549-849269F3AFC0}"/>
    <dgm:cxn modelId="{4BB9D9C6-7AB4-40EB-B228-41DEACA708BE}" type="presOf" srcId="{AE222630-0796-4491-A0F4-EB62AE097F0B}" destId="{71F31415-C417-4ABD-9E0B-6449B4061D35}" srcOrd="0" destOrd="0" presId="urn:microsoft.com/office/officeart/2005/8/layout/chevron2"/>
    <dgm:cxn modelId="{B550F9C7-CEFC-4B64-B2F8-CED36E48A9E9}" srcId="{2739E89E-82AC-4A2E-849A-A644DD066DBB}" destId="{9CCBFF65-6F51-4767-A8B1-202D8C79FE29}" srcOrd="1" destOrd="0" parTransId="{726C8AAD-6ECC-4909-A3FD-5823D09EE39A}" sibTransId="{2791F860-AD7E-4641-A721-EEADD9A9E6EF}"/>
    <dgm:cxn modelId="{D5662DD3-4716-45C0-8C6D-AF162FFF075F}" srcId="{FFD7136A-3816-47ED-BE8F-281E52C7F18C}" destId="{8299541A-7E9C-4F0C-B797-25D6373D193C}" srcOrd="2" destOrd="0" parTransId="{3E245682-CAA0-4A60-95EB-CB010C243666}" sibTransId="{E4949DFE-75CF-48C0-B872-ECC9441B9324}"/>
    <dgm:cxn modelId="{41A164EA-1C8F-4F31-8106-1B4C1F9DEE6E}" srcId="{AE222630-0796-4491-A0F4-EB62AE097F0B}" destId="{3918ED97-2CCC-4E11-BDAF-BE8CBCC27231}" srcOrd="0" destOrd="0" parTransId="{A06B1AF5-48A9-49E2-B0AC-24F3DE474526}" sibTransId="{7C11011C-5F14-4689-94FE-68D1460D0521}"/>
    <dgm:cxn modelId="{E9318CFD-AF2F-425A-8993-96D5EFFA75AD}" srcId="{2739E89E-82AC-4A2E-849A-A644DD066DBB}" destId="{F78E0DB2-EA7F-4DB8-B307-FB03FC2611E5}" srcOrd="0" destOrd="0" parTransId="{E470ED69-DC58-406A-BB79-8976153FFF8A}" sibTransId="{53F7E0EE-58E7-4A72-BA2C-ACFEE9BEF34C}"/>
    <dgm:cxn modelId="{89F5CD36-0537-4C3F-B9A2-EB9EF7CA4553}" type="presParOf" srcId="{39316B39-8FCC-459B-B6B0-F85E3433E1EB}" destId="{69E6ECCC-8E8B-4B8D-BB81-399902E09F61}" srcOrd="0" destOrd="0" presId="urn:microsoft.com/office/officeart/2005/8/layout/chevron2"/>
    <dgm:cxn modelId="{2290DDD9-393F-434A-A133-DFC95404F3FF}" type="presParOf" srcId="{69E6ECCC-8E8B-4B8D-BB81-399902E09F61}" destId="{9C0DA048-E5E4-43A5-9FFD-EA526FC78752}" srcOrd="0" destOrd="0" presId="urn:microsoft.com/office/officeart/2005/8/layout/chevron2"/>
    <dgm:cxn modelId="{F759464B-F9C3-4786-9D4A-FF02AA8E818D}" type="presParOf" srcId="{69E6ECCC-8E8B-4B8D-BB81-399902E09F61}" destId="{A4585AD4-EA64-4A99-92B6-0E2050A7839E}" srcOrd="1" destOrd="0" presId="urn:microsoft.com/office/officeart/2005/8/layout/chevron2"/>
    <dgm:cxn modelId="{FA43FDD2-AD5B-48E9-B86E-D620096A208F}" type="presParOf" srcId="{39316B39-8FCC-459B-B6B0-F85E3433E1EB}" destId="{48487524-8B4A-4DC2-8731-165522A96523}" srcOrd="1" destOrd="0" presId="urn:microsoft.com/office/officeart/2005/8/layout/chevron2"/>
    <dgm:cxn modelId="{EC4E848D-FD70-454C-8202-A183C396264D}" type="presParOf" srcId="{39316B39-8FCC-459B-B6B0-F85E3433E1EB}" destId="{52605154-CE53-42D5-A1DE-CD03F521DAE5}" srcOrd="2" destOrd="0" presId="urn:microsoft.com/office/officeart/2005/8/layout/chevron2"/>
    <dgm:cxn modelId="{A00FB0E7-A642-420B-815F-A163B89D6B71}" type="presParOf" srcId="{52605154-CE53-42D5-A1DE-CD03F521DAE5}" destId="{71F31415-C417-4ABD-9E0B-6449B4061D35}" srcOrd="0" destOrd="0" presId="urn:microsoft.com/office/officeart/2005/8/layout/chevron2"/>
    <dgm:cxn modelId="{B92D9DE3-A099-4345-A009-789B713336BE}" type="presParOf" srcId="{52605154-CE53-42D5-A1DE-CD03F521DAE5}" destId="{B9B8D5F3-14F5-483A-A8DE-1CC580547AF6}" srcOrd="1" destOrd="0" presId="urn:microsoft.com/office/officeart/2005/8/layout/chevron2"/>
    <dgm:cxn modelId="{1B286F95-45AD-4441-9C5D-77BEC0B642C1}" type="presParOf" srcId="{39316B39-8FCC-459B-B6B0-F85E3433E1EB}" destId="{DE734A98-4F93-455E-96C8-CAE53CBE89E7}" srcOrd="3" destOrd="0" presId="urn:microsoft.com/office/officeart/2005/8/layout/chevron2"/>
    <dgm:cxn modelId="{BAB35B3E-66B8-4217-A282-605CA5E4CEF3}" type="presParOf" srcId="{39316B39-8FCC-459B-B6B0-F85E3433E1EB}" destId="{7D143D8B-EC56-414C-90DC-B6B40E7D1775}" srcOrd="4" destOrd="0" presId="urn:microsoft.com/office/officeart/2005/8/layout/chevron2"/>
    <dgm:cxn modelId="{40EF695A-0F03-4F4C-829A-78782CD53EA1}" type="presParOf" srcId="{7D143D8B-EC56-414C-90DC-B6B40E7D1775}" destId="{7AF9AD8A-52C8-4753-9F21-CC4921B97CA6}" srcOrd="0" destOrd="0" presId="urn:microsoft.com/office/officeart/2005/8/layout/chevron2"/>
    <dgm:cxn modelId="{5B733959-AD5F-42CC-AA2B-CD1DD03DB1B2}" type="presParOf" srcId="{7D143D8B-EC56-414C-90DC-B6B40E7D1775}" destId="{8C7B14F6-5DA3-41C0-8375-D71B4259410A}"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F4F7088-0C9E-40C7-8F1F-24B8EB2DEB90}" type="doc">
      <dgm:prSet loTypeId="urn:microsoft.com/office/officeart/2005/8/layout/vList5" loCatId="list" qsTypeId="urn:microsoft.com/office/officeart/2005/8/quickstyle/simple1" qsCatId="simple" csTypeId="urn:microsoft.com/office/officeart/2005/8/colors/colorful1#2" csCatId="colorful" phldr="1"/>
      <dgm:spPr/>
      <dgm:t>
        <a:bodyPr/>
        <a:lstStyle/>
        <a:p>
          <a:endParaRPr lang="es-PE"/>
        </a:p>
      </dgm:t>
    </dgm:pt>
    <dgm:pt modelId="{7FCBADCD-A453-4697-A514-4FED1A7D00CA}">
      <dgm:prSet phldrT="[Texto]"/>
      <dgm:spPr/>
      <dgm:t>
        <a:bodyPr/>
        <a:lstStyle/>
        <a:p>
          <a:r>
            <a:rPr lang="es-ES_tradnl" dirty="0" err="1"/>
            <a:t>Select</a:t>
          </a:r>
          <a:r>
            <a:rPr lang="es-ES_tradnl" dirty="0"/>
            <a:t> </a:t>
          </a:r>
          <a:endParaRPr lang="es-PE" dirty="0"/>
        </a:p>
      </dgm:t>
    </dgm:pt>
    <dgm:pt modelId="{147D2453-3704-4C69-ADE6-D3528552D67B}" type="parTrans" cxnId="{B0755D89-0E14-44F7-833F-C9E74AFA4E18}">
      <dgm:prSet/>
      <dgm:spPr/>
      <dgm:t>
        <a:bodyPr/>
        <a:lstStyle/>
        <a:p>
          <a:endParaRPr lang="es-PE"/>
        </a:p>
      </dgm:t>
    </dgm:pt>
    <dgm:pt modelId="{4E2BF84A-E102-4E1B-ABAB-2DD5A1A1BE15}" type="sibTrans" cxnId="{B0755D89-0E14-44F7-833F-C9E74AFA4E18}">
      <dgm:prSet/>
      <dgm:spPr/>
      <dgm:t>
        <a:bodyPr/>
        <a:lstStyle/>
        <a:p>
          <a:endParaRPr lang="es-PE"/>
        </a:p>
      </dgm:t>
    </dgm:pt>
    <dgm:pt modelId="{7729D728-5B14-4382-A379-49BB6FA92CC0}">
      <dgm:prSet phldrT="[Texto]"/>
      <dgm:spPr/>
      <dgm:t>
        <a:bodyPr/>
        <a:lstStyle/>
        <a:p>
          <a:r>
            <a:rPr lang="es-ES_tradnl" dirty="0"/>
            <a:t>Consultas registros de la base de datos que satisfagan un criterio.</a:t>
          </a:r>
          <a:endParaRPr lang="es-PE" dirty="0"/>
        </a:p>
      </dgm:t>
    </dgm:pt>
    <dgm:pt modelId="{4DA4F4CD-F08F-4377-8F62-E11557E49B23}" type="parTrans" cxnId="{67B25308-0168-459A-A1AD-635492CC7FA9}">
      <dgm:prSet/>
      <dgm:spPr/>
      <dgm:t>
        <a:bodyPr/>
        <a:lstStyle/>
        <a:p>
          <a:endParaRPr lang="es-PE"/>
        </a:p>
      </dgm:t>
    </dgm:pt>
    <dgm:pt modelId="{86075F7C-B13C-44FE-8A89-12E1CDE1A71C}" type="sibTrans" cxnId="{67B25308-0168-459A-A1AD-635492CC7FA9}">
      <dgm:prSet/>
      <dgm:spPr/>
      <dgm:t>
        <a:bodyPr/>
        <a:lstStyle/>
        <a:p>
          <a:endParaRPr lang="es-PE"/>
        </a:p>
      </dgm:t>
    </dgm:pt>
    <dgm:pt modelId="{E40BF948-5EEA-4FAA-9710-1D34AFD7F9D0}">
      <dgm:prSet phldrT="[Texto]"/>
      <dgm:spPr/>
      <dgm:t>
        <a:bodyPr/>
        <a:lstStyle/>
        <a:p>
          <a:r>
            <a:rPr lang="es-ES_tradnl" dirty="0" err="1"/>
            <a:t>Insert</a:t>
          </a:r>
          <a:r>
            <a:rPr lang="es-ES_tradnl" dirty="0"/>
            <a:t> </a:t>
          </a:r>
          <a:endParaRPr lang="es-PE" dirty="0"/>
        </a:p>
      </dgm:t>
    </dgm:pt>
    <dgm:pt modelId="{2369FDB8-0173-484E-B189-05F2DF80227F}" type="parTrans" cxnId="{393D8631-FC42-46B1-BCA0-585200BCD504}">
      <dgm:prSet/>
      <dgm:spPr/>
      <dgm:t>
        <a:bodyPr/>
        <a:lstStyle/>
        <a:p>
          <a:endParaRPr lang="es-PE"/>
        </a:p>
      </dgm:t>
    </dgm:pt>
    <dgm:pt modelId="{35E8CC85-62D4-44A1-980F-0C4A1655CB96}" type="sibTrans" cxnId="{393D8631-FC42-46B1-BCA0-585200BCD504}">
      <dgm:prSet/>
      <dgm:spPr/>
      <dgm:t>
        <a:bodyPr/>
        <a:lstStyle/>
        <a:p>
          <a:endParaRPr lang="es-PE"/>
        </a:p>
      </dgm:t>
    </dgm:pt>
    <dgm:pt modelId="{D5F7DA39-15ED-45FD-BDF5-171358539490}">
      <dgm:prSet phldrT="[Texto]"/>
      <dgm:spPr/>
      <dgm:t>
        <a:bodyPr/>
        <a:lstStyle/>
        <a:p>
          <a:r>
            <a:rPr lang="es-ES_tradnl" dirty="0"/>
            <a:t>Cargar lotes de datos en la base de datos. </a:t>
          </a:r>
          <a:endParaRPr lang="es-PE" dirty="0"/>
        </a:p>
      </dgm:t>
    </dgm:pt>
    <dgm:pt modelId="{08B8A369-F0A2-4F4D-A1E9-65C8ED2BC842}" type="parTrans" cxnId="{BB032B26-7F3B-4787-8AC0-F7AF4FB69A3D}">
      <dgm:prSet/>
      <dgm:spPr/>
      <dgm:t>
        <a:bodyPr/>
        <a:lstStyle/>
        <a:p>
          <a:endParaRPr lang="es-PE"/>
        </a:p>
      </dgm:t>
    </dgm:pt>
    <dgm:pt modelId="{646A18F1-24EF-4174-B987-BB5EE717BA58}" type="sibTrans" cxnId="{BB032B26-7F3B-4787-8AC0-F7AF4FB69A3D}">
      <dgm:prSet/>
      <dgm:spPr/>
      <dgm:t>
        <a:bodyPr/>
        <a:lstStyle/>
        <a:p>
          <a:endParaRPr lang="es-PE"/>
        </a:p>
      </dgm:t>
    </dgm:pt>
    <dgm:pt modelId="{CA3D2616-59CF-426A-A552-F5C0A102A184}">
      <dgm:prSet phldrT="[Texto]"/>
      <dgm:spPr/>
      <dgm:t>
        <a:bodyPr/>
        <a:lstStyle/>
        <a:p>
          <a:r>
            <a:rPr lang="es-ES_tradnl" dirty="0" err="1"/>
            <a:t>Update</a:t>
          </a:r>
          <a:endParaRPr lang="es-PE" dirty="0"/>
        </a:p>
      </dgm:t>
    </dgm:pt>
    <dgm:pt modelId="{23601F37-D2CC-45FE-BF4C-C18E42F6BFC5}" type="parTrans" cxnId="{D8305A40-8162-451C-9F72-BEEC15BC89E2}">
      <dgm:prSet/>
      <dgm:spPr/>
      <dgm:t>
        <a:bodyPr/>
        <a:lstStyle/>
        <a:p>
          <a:endParaRPr lang="es-PE"/>
        </a:p>
      </dgm:t>
    </dgm:pt>
    <dgm:pt modelId="{CF550BD5-A8C0-44A6-A126-C380A7F922A3}" type="sibTrans" cxnId="{D8305A40-8162-451C-9F72-BEEC15BC89E2}">
      <dgm:prSet/>
      <dgm:spPr/>
      <dgm:t>
        <a:bodyPr/>
        <a:lstStyle/>
        <a:p>
          <a:endParaRPr lang="es-PE"/>
        </a:p>
      </dgm:t>
    </dgm:pt>
    <dgm:pt modelId="{A5539E38-5D12-46D6-9C90-ADDBFE2464C9}">
      <dgm:prSet phldrT="[Texto]"/>
      <dgm:spPr/>
      <dgm:t>
        <a:bodyPr/>
        <a:lstStyle/>
        <a:p>
          <a:r>
            <a:rPr lang="es-ES_tradnl" dirty="0"/>
            <a:t>Modifica valores de los campos y registros.</a:t>
          </a:r>
          <a:endParaRPr lang="es-PE" dirty="0"/>
        </a:p>
      </dgm:t>
    </dgm:pt>
    <dgm:pt modelId="{386A5F47-65E3-4104-AF9A-067FDD846712}" type="parTrans" cxnId="{BEF3EFEA-51DE-445B-8BED-C051E7FA2FF8}">
      <dgm:prSet/>
      <dgm:spPr/>
      <dgm:t>
        <a:bodyPr/>
        <a:lstStyle/>
        <a:p>
          <a:endParaRPr lang="es-PE"/>
        </a:p>
      </dgm:t>
    </dgm:pt>
    <dgm:pt modelId="{7309E02A-F9A9-4B1E-9C77-B69378B949C4}" type="sibTrans" cxnId="{BEF3EFEA-51DE-445B-8BED-C051E7FA2FF8}">
      <dgm:prSet/>
      <dgm:spPr/>
      <dgm:t>
        <a:bodyPr/>
        <a:lstStyle/>
        <a:p>
          <a:endParaRPr lang="es-PE"/>
        </a:p>
      </dgm:t>
    </dgm:pt>
    <dgm:pt modelId="{41585E5F-96A3-4F6B-BC7E-3C3E05347C08}">
      <dgm:prSet phldrT="[Texto]"/>
      <dgm:spPr/>
      <dgm:t>
        <a:bodyPr/>
        <a:lstStyle/>
        <a:p>
          <a:r>
            <a:rPr lang="es-ES_tradnl" dirty="0" err="1"/>
            <a:t>Delete</a:t>
          </a:r>
          <a:r>
            <a:rPr lang="es-ES_tradnl" dirty="0"/>
            <a:t> </a:t>
          </a:r>
          <a:endParaRPr lang="es-PE" dirty="0"/>
        </a:p>
      </dgm:t>
    </dgm:pt>
    <dgm:pt modelId="{EC835319-D1A5-40BE-99AC-DF652B2776C6}" type="parTrans" cxnId="{4AB40D87-0C18-4A65-8126-9CB326F20AD5}">
      <dgm:prSet/>
      <dgm:spPr/>
      <dgm:t>
        <a:bodyPr/>
        <a:lstStyle/>
        <a:p>
          <a:endParaRPr lang="es-PE"/>
        </a:p>
      </dgm:t>
    </dgm:pt>
    <dgm:pt modelId="{4163CC10-4708-4A87-935A-53CB435287AA}" type="sibTrans" cxnId="{4AB40D87-0C18-4A65-8126-9CB326F20AD5}">
      <dgm:prSet/>
      <dgm:spPr/>
      <dgm:t>
        <a:bodyPr/>
        <a:lstStyle/>
        <a:p>
          <a:endParaRPr lang="es-PE"/>
        </a:p>
      </dgm:t>
    </dgm:pt>
    <dgm:pt modelId="{BB166951-9C2E-4671-8C61-99B3CFF3D98C}">
      <dgm:prSet phldrT="[Texto]"/>
      <dgm:spPr/>
      <dgm:t>
        <a:bodyPr/>
        <a:lstStyle/>
        <a:p>
          <a:r>
            <a:rPr lang="es-ES_tradnl" dirty="0"/>
            <a:t>Elimina registros de una tabla de una base de datos.</a:t>
          </a:r>
          <a:endParaRPr lang="es-PE" dirty="0"/>
        </a:p>
      </dgm:t>
    </dgm:pt>
    <dgm:pt modelId="{D9DEFA9A-0869-49BA-A07A-0383F168EB13}" type="parTrans" cxnId="{402D2433-0438-4EDE-8F3C-9875096B0E92}">
      <dgm:prSet/>
      <dgm:spPr/>
      <dgm:t>
        <a:bodyPr/>
        <a:lstStyle/>
        <a:p>
          <a:endParaRPr lang="es-PE"/>
        </a:p>
      </dgm:t>
    </dgm:pt>
    <dgm:pt modelId="{87FAA473-AE4F-47C3-855C-78F51C63F6CC}" type="sibTrans" cxnId="{402D2433-0438-4EDE-8F3C-9875096B0E92}">
      <dgm:prSet/>
      <dgm:spPr/>
      <dgm:t>
        <a:bodyPr/>
        <a:lstStyle/>
        <a:p>
          <a:endParaRPr lang="es-PE"/>
        </a:p>
      </dgm:t>
    </dgm:pt>
    <dgm:pt modelId="{4B014522-B4EC-460B-87B7-98C94A9B351B}" type="pres">
      <dgm:prSet presAssocID="{AF4F7088-0C9E-40C7-8F1F-24B8EB2DEB90}" presName="Name0" presStyleCnt="0">
        <dgm:presLayoutVars>
          <dgm:dir/>
          <dgm:animLvl val="lvl"/>
          <dgm:resizeHandles val="exact"/>
        </dgm:presLayoutVars>
      </dgm:prSet>
      <dgm:spPr/>
    </dgm:pt>
    <dgm:pt modelId="{7326E541-B49B-4195-B823-CFB6E0967E4F}" type="pres">
      <dgm:prSet presAssocID="{7FCBADCD-A453-4697-A514-4FED1A7D00CA}" presName="linNode" presStyleCnt="0"/>
      <dgm:spPr/>
    </dgm:pt>
    <dgm:pt modelId="{063FD32C-4BAE-4664-8D91-FC5C8F6A584A}" type="pres">
      <dgm:prSet presAssocID="{7FCBADCD-A453-4697-A514-4FED1A7D00CA}" presName="parentText" presStyleLbl="node1" presStyleIdx="0" presStyleCnt="4" custScaleX="62713">
        <dgm:presLayoutVars>
          <dgm:chMax val="1"/>
          <dgm:bulletEnabled val="1"/>
        </dgm:presLayoutVars>
      </dgm:prSet>
      <dgm:spPr/>
    </dgm:pt>
    <dgm:pt modelId="{8C1781BB-ACE3-4BAA-8B03-2302BFF075E2}" type="pres">
      <dgm:prSet presAssocID="{7FCBADCD-A453-4697-A514-4FED1A7D00CA}" presName="descendantText" presStyleLbl="alignAccFollowNode1" presStyleIdx="0" presStyleCnt="4" custScaleX="119012">
        <dgm:presLayoutVars>
          <dgm:bulletEnabled val="1"/>
        </dgm:presLayoutVars>
      </dgm:prSet>
      <dgm:spPr/>
    </dgm:pt>
    <dgm:pt modelId="{CDFA22C6-28A0-47E9-9EEE-AA8C64862B7E}" type="pres">
      <dgm:prSet presAssocID="{4E2BF84A-E102-4E1B-ABAB-2DD5A1A1BE15}" presName="sp" presStyleCnt="0"/>
      <dgm:spPr/>
    </dgm:pt>
    <dgm:pt modelId="{DF50258B-6FA5-442E-993D-47EA0575B567}" type="pres">
      <dgm:prSet presAssocID="{E40BF948-5EEA-4FAA-9710-1D34AFD7F9D0}" presName="linNode" presStyleCnt="0"/>
      <dgm:spPr/>
    </dgm:pt>
    <dgm:pt modelId="{F0A8E948-A9FE-4AF1-BEE9-05298273856E}" type="pres">
      <dgm:prSet presAssocID="{E40BF948-5EEA-4FAA-9710-1D34AFD7F9D0}" presName="parentText" presStyleLbl="node1" presStyleIdx="1" presStyleCnt="4" custScaleX="62713">
        <dgm:presLayoutVars>
          <dgm:chMax val="1"/>
          <dgm:bulletEnabled val="1"/>
        </dgm:presLayoutVars>
      </dgm:prSet>
      <dgm:spPr/>
    </dgm:pt>
    <dgm:pt modelId="{A9BA5147-A934-4DCA-8219-9A1FBE6438F7}" type="pres">
      <dgm:prSet presAssocID="{E40BF948-5EEA-4FAA-9710-1D34AFD7F9D0}" presName="descendantText" presStyleLbl="alignAccFollowNode1" presStyleIdx="1" presStyleCnt="4" custScaleX="119012">
        <dgm:presLayoutVars>
          <dgm:bulletEnabled val="1"/>
        </dgm:presLayoutVars>
      </dgm:prSet>
      <dgm:spPr/>
    </dgm:pt>
    <dgm:pt modelId="{285ACB7A-B6D9-480F-8151-A905E3A42A96}" type="pres">
      <dgm:prSet presAssocID="{35E8CC85-62D4-44A1-980F-0C4A1655CB96}" presName="sp" presStyleCnt="0"/>
      <dgm:spPr/>
    </dgm:pt>
    <dgm:pt modelId="{E5E5DA5C-A28D-47DB-8727-E35EE8BD703E}" type="pres">
      <dgm:prSet presAssocID="{CA3D2616-59CF-426A-A552-F5C0A102A184}" presName="linNode" presStyleCnt="0"/>
      <dgm:spPr/>
    </dgm:pt>
    <dgm:pt modelId="{4421EB4B-94B9-4048-A2CD-EB81EC268A6D}" type="pres">
      <dgm:prSet presAssocID="{CA3D2616-59CF-426A-A552-F5C0A102A184}" presName="parentText" presStyleLbl="node1" presStyleIdx="2" presStyleCnt="4" custScaleX="62713">
        <dgm:presLayoutVars>
          <dgm:chMax val="1"/>
          <dgm:bulletEnabled val="1"/>
        </dgm:presLayoutVars>
      </dgm:prSet>
      <dgm:spPr/>
    </dgm:pt>
    <dgm:pt modelId="{1082E36C-EB25-4EEE-AB21-EA56B7A8F2B2}" type="pres">
      <dgm:prSet presAssocID="{CA3D2616-59CF-426A-A552-F5C0A102A184}" presName="descendantText" presStyleLbl="alignAccFollowNode1" presStyleIdx="2" presStyleCnt="4" custScaleX="119012">
        <dgm:presLayoutVars>
          <dgm:bulletEnabled val="1"/>
        </dgm:presLayoutVars>
      </dgm:prSet>
      <dgm:spPr/>
    </dgm:pt>
    <dgm:pt modelId="{343AE23A-0F3E-4B9B-A89D-DD90DD1A0343}" type="pres">
      <dgm:prSet presAssocID="{CF550BD5-A8C0-44A6-A126-C380A7F922A3}" presName="sp" presStyleCnt="0"/>
      <dgm:spPr/>
    </dgm:pt>
    <dgm:pt modelId="{EFFFBA4E-0E4B-4A05-845A-680216110374}" type="pres">
      <dgm:prSet presAssocID="{41585E5F-96A3-4F6B-BC7E-3C3E05347C08}" presName="linNode" presStyleCnt="0"/>
      <dgm:spPr/>
    </dgm:pt>
    <dgm:pt modelId="{084690A0-8DBA-40EA-AC65-C0C79263C988}" type="pres">
      <dgm:prSet presAssocID="{41585E5F-96A3-4F6B-BC7E-3C3E05347C08}" presName="parentText" presStyleLbl="node1" presStyleIdx="3" presStyleCnt="4" custScaleX="62713">
        <dgm:presLayoutVars>
          <dgm:chMax val="1"/>
          <dgm:bulletEnabled val="1"/>
        </dgm:presLayoutVars>
      </dgm:prSet>
      <dgm:spPr/>
    </dgm:pt>
    <dgm:pt modelId="{195970D6-D265-4B2E-A36D-2FE48C733298}" type="pres">
      <dgm:prSet presAssocID="{41585E5F-96A3-4F6B-BC7E-3C3E05347C08}" presName="descendantText" presStyleLbl="alignAccFollowNode1" presStyleIdx="3" presStyleCnt="4" custScaleX="126339" custLinFactNeighborX="8183" custLinFactNeighborY="-4897">
        <dgm:presLayoutVars>
          <dgm:bulletEnabled val="1"/>
        </dgm:presLayoutVars>
      </dgm:prSet>
      <dgm:spPr/>
    </dgm:pt>
  </dgm:ptLst>
  <dgm:cxnLst>
    <dgm:cxn modelId="{67B25308-0168-459A-A1AD-635492CC7FA9}" srcId="{7FCBADCD-A453-4697-A514-4FED1A7D00CA}" destId="{7729D728-5B14-4382-A379-49BB6FA92CC0}" srcOrd="0" destOrd="0" parTransId="{4DA4F4CD-F08F-4377-8F62-E11557E49B23}" sibTransId="{86075F7C-B13C-44FE-8A89-12E1CDE1A71C}"/>
    <dgm:cxn modelId="{BB032B26-7F3B-4787-8AC0-F7AF4FB69A3D}" srcId="{E40BF948-5EEA-4FAA-9710-1D34AFD7F9D0}" destId="{D5F7DA39-15ED-45FD-BDF5-171358539490}" srcOrd="0" destOrd="0" parTransId="{08B8A369-F0A2-4F4D-A1E9-65C8ED2BC842}" sibTransId="{646A18F1-24EF-4174-B987-BB5EE717BA58}"/>
    <dgm:cxn modelId="{07050D27-57D9-49D6-83EC-95F8FA865477}" type="presOf" srcId="{7FCBADCD-A453-4697-A514-4FED1A7D00CA}" destId="{063FD32C-4BAE-4664-8D91-FC5C8F6A584A}" srcOrd="0" destOrd="0" presId="urn:microsoft.com/office/officeart/2005/8/layout/vList5"/>
    <dgm:cxn modelId="{D1062527-773E-4EB7-879B-CC8B12C307E6}" type="presOf" srcId="{E40BF948-5EEA-4FAA-9710-1D34AFD7F9D0}" destId="{F0A8E948-A9FE-4AF1-BEE9-05298273856E}" srcOrd="0" destOrd="0" presId="urn:microsoft.com/office/officeart/2005/8/layout/vList5"/>
    <dgm:cxn modelId="{393D8631-FC42-46B1-BCA0-585200BCD504}" srcId="{AF4F7088-0C9E-40C7-8F1F-24B8EB2DEB90}" destId="{E40BF948-5EEA-4FAA-9710-1D34AFD7F9D0}" srcOrd="1" destOrd="0" parTransId="{2369FDB8-0173-484E-B189-05F2DF80227F}" sibTransId="{35E8CC85-62D4-44A1-980F-0C4A1655CB96}"/>
    <dgm:cxn modelId="{DBDB6B32-C181-4CC4-9EDB-538C67BEC48E}" type="presOf" srcId="{41585E5F-96A3-4F6B-BC7E-3C3E05347C08}" destId="{084690A0-8DBA-40EA-AC65-C0C79263C988}" srcOrd="0" destOrd="0" presId="urn:microsoft.com/office/officeart/2005/8/layout/vList5"/>
    <dgm:cxn modelId="{402D2433-0438-4EDE-8F3C-9875096B0E92}" srcId="{41585E5F-96A3-4F6B-BC7E-3C3E05347C08}" destId="{BB166951-9C2E-4671-8C61-99B3CFF3D98C}" srcOrd="0" destOrd="0" parTransId="{D9DEFA9A-0869-49BA-A07A-0383F168EB13}" sibTransId="{87FAA473-AE4F-47C3-855C-78F51C63F6CC}"/>
    <dgm:cxn modelId="{D8305A40-8162-451C-9F72-BEEC15BC89E2}" srcId="{AF4F7088-0C9E-40C7-8F1F-24B8EB2DEB90}" destId="{CA3D2616-59CF-426A-A552-F5C0A102A184}" srcOrd="2" destOrd="0" parTransId="{23601F37-D2CC-45FE-BF4C-C18E42F6BFC5}" sibTransId="{CF550BD5-A8C0-44A6-A126-C380A7F922A3}"/>
    <dgm:cxn modelId="{A1BB0F61-C115-4D8E-8EED-DB2C91828660}" type="presOf" srcId="{BB166951-9C2E-4671-8C61-99B3CFF3D98C}" destId="{195970D6-D265-4B2E-A36D-2FE48C733298}" srcOrd="0" destOrd="0" presId="urn:microsoft.com/office/officeart/2005/8/layout/vList5"/>
    <dgm:cxn modelId="{1CED6048-9DC3-4C9A-943E-27282A067BDF}" type="presOf" srcId="{CA3D2616-59CF-426A-A552-F5C0A102A184}" destId="{4421EB4B-94B9-4048-A2CD-EB81EC268A6D}" srcOrd="0" destOrd="0" presId="urn:microsoft.com/office/officeart/2005/8/layout/vList5"/>
    <dgm:cxn modelId="{4AB40D87-0C18-4A65-8126-9CB326F20AD5}" srcId="{AF4F7088-0C9E-40C7-8F1F-24B8EB2DEB90}" destId="{41585E5F-96A3-4F6B-BC7E-3C3E05347C08}" srcOrd="3" destOrd="0" parTransId="{EC835319-D1A5-40BE-99AC-DF652B2776C6}" sibTransId="{4163CC10-4708-4A87-935A-53CB435287AA}"/>
    <dgm:cxn modelId="{B0755D89-0E14-44F7-833F-C9E74AFA4E18}" srcId="{AF4F7088-0C9E-40C7-8F1F-24B8EB2DEB90}" destId="{7FCBADCD-A453-4697-A514-4FED1A7D00CA}" srcOrd="0" destOrd="0" parTransId="{147D2453-3704-4C69-ADE6-D3528552D67B}" sibTransId="{4E2BF84A-E102-4E1B-ABAB-2DD5A1A1BE15}"/>
    <dgm:cxn modelId="{3D2086A0-2CF2-459E-A743-9A77C8D3DAC4}" type="presOf" srcId="{A5539E38-5D12-46D6-9C90-ADDBFE2464C9}" destId="{1082E36C-EB25-4EEE-AB21-EA56B7A8F2B2}" srcOrd="0" destOrd="0" presId="urn:microsoft.com/office/officeart/2005/8/layout/vList5"/>
    <dgm:cxn modelId="{C7EB67B9-A90C-4CF6-B2B0-0B0E7DE274BE}" type="presOf" srcId="{D5F7DA39-15ED-45FD-BDF5-171358539490}" destId="{A9BA5147-A934-4DCA-8219-9A1FBE6438F7}" srcOrd="0" destOrd="0" presId="urn:microsoft.com/office/officeart/2005/8/layout/vList5"/>
    <dgm:cxn modelId="{BC3054BB-8FA0-47F4-893D-92EFDED63855}" type="presOf" srcId="{AF4F7088-0C9E-40C7-8F1F-24B8EB2DEB90}" destId="{4B014522-B4EC-460B-87B7-98C94A9B351B}" srcOrd="0" destOrd="0" presId="urn:microsoft.com/office/officeart/2005/8/layout/vList5"/>
    <dgm:cxn modelId="{BEF3EFEA-51DE-445B-8BED-C051E7FA2FF8}" srcId="{CA3D2616-59CF-426A-A552-F5C0A102A184}" destId="{A5539E38-5D12-46D6-9C90-ADDBFE2464C9}" srcOrd="0" destOrd="0" parTransId="{386A5F47-65E3-4104-AF9A-067FDD846712}" sibTransId="{7309E02A-F9A9-4B1E-9C77-B69378B949C4}"/>
    <dgm:cxn modelId="{7CDBD4EF-AA3B-49C1-ABFD-6A0044466980}" type="presOf" srcId="{7729D728-5B14-4382-A379-49BB6FA92CC0}" destId="{8C1781BB-ACE3-4BAA-8B03-2302BFF075E2}" srcOrd="0" destOrd="0" presId="urn:microsoft.com/office/officeart/2005/8/layout/vList5"/>
    <dgm:cxn modelId="{6A032A8A-9E95-4B4D-98E3-53FC56889B20}" type="presParOf" srcId="{4B014522-B4EC-460B-87B7-98C94A9B351B}" destId="{7326E541-B49B-4195-B823-CFB6E0967E4F}" srcOrd="0" destOrd="0" presId="urn:microsoft.com/office/officeart/2005/8/layout/vList5"/>
    <dgm:cxn modelId="{92532F91-6E30-4B7E-A50A-89105289EE42}" type="presParOf" srcId="{7326E541-B49B-4195-B823-CFB6E0967E4F}" destId="{063FD32C-4BAE-4664-8D91-FC5C8F6A584A}" srcOrd="0" destOrd="0" presId="urn:microsoft.com/office/officeart/2005/8/layout/vList5"/>
    <dgm:cxn modelId="{5E3FFACC-1632-4D6E-972B-1B1CA7EBBE7C}" type="presParOf" srcId="{7326E541-B49B-4195-B823-CFB6E0967E4F}" destId="{8C1781BB-ACE3-4BAA-8B03-2302BFF075E2}" srcOrd="1" destOrd="0" presId="urn:microsoft.com/office/officeart/2005/8/layout/vList5"/>
    <dgm:cxn modelId="{CF606F4E-FBCC-43CC-83FD-C274EBEA89E1}" type="presParOf" srcId="{4B014522-B4EC-460B-87B7-98C94A9B351B}" destId="{CDFA22C6-28A0-47E9-9EEE-AA8C64862B7E}" srcOrd="1" destOrd="0" presId="urn:microsoft.com/office/officeart/2005/8/layout/vList5"/>
    <dgm:cxn modelId="{E269609D-7564-4736-92EE-FFD101166777}" type="presParOf" srcId="{4B014522-B4EC-460B-87B7-98C94A9B351B}" destId="{DF50258B-6FA5-442E-993D-47EA0575B567}" srcOrd="2" destOrd="0" presId="urn:microsoft.com/office/officeart/2005/8/layout/vList5"/>
    <dgm:cxn modelId="{413DF132-640D-447C-B779-02B8BF0CB338}" type="presParOf" srcId="{DF50258B-6FA5-442E-993D-47EA0575B567}" destId="{F0A8E948-A9FE-4AF1-BEE9-05298273856E}" srcOrd="0" destOrd="0" presId="urn:microsoft.com/office/officeart/2005/8/layout/vList5"/>
    <dgm:cxn modelId="{D38BB8EF-50AD-4DCD-AF9A-996943F05A45}" type="presParOf" srcId="{DF50258B-6FA5-442E-993D-47EA0575B567}" destId="{A9BA5147-A934-4DCA-8219-9A1FBE6438F7}" srcOrd="1" destOrd="0" presId="urn:microsoft.com/office/officeart/2005/8/layout/vList5"/>
    <dgm:cxn modelId="{9DF2E4E1-1EBC-4F9F-8D7D-49F29B79C3D4}" type="presParOf" srcId="{4B014522-B4EC-460B-87B7-98C94A9B351B}" destId="{285ACB7A-B6D9-480F-8151-A905E3A42A96}" srcOrd="3" destOrd="0" presId="urn:microsoft.com/office/officeart/2005/8/layout/vList5"/>
    <dgm:cxn modelId="{1A66258D-31F1-4191-9DE3-42E3C3052B69}" type="presParOf" srcId="{4B014522-B4EC-460B-87B7-98C94A9B351B}" destId="{E5E5DA5C-A28D-47DB-8727-E35EE8BD703E}" srcOrd="4" destOrd="0" presId="urn:microsoft.com/office/officeart/2005/8/layout/vList5"/>
    <dgm:cxn modelId="{EB3655FB-6FC7-47E8-AB1E-28BD06150EF7}" type="presParOf" srcId="{E5E5DA5C-A28D-47DB-8727-E35EE8BD703E}" destId="{4421EB4B-94B9-4048-A2CD-EB81EC268A6D}" srcOrd="0" destOrd="0" presId="urn:microsoft.com/office/officeart/2005/8/layout/vList5"/>
    <dgm:cxn modelId="{D909B32E-B2BE-4DC7-A615-669E1E29C642}" type="presParOf" srcId="{E5E5DA5C-A28D-47DB-8727-E35EE8BD703E}" destId="{1082E36C-EB25-4EEE-AB21-EA56B7A8F2B2}" srcOrd="1" destOrd="0" presId="urn:microsoft.com/office/officeart/2005/8/layout/vList5"/>
    <dgm:cxn modelId="{070CD3D0-4C19-45CF-A7A2-06EFCA261E81}" type="presParOf" srcId="{4B014522-B4EC-460B-87B7-98C94A9B351B}" destId="{343AE23A-0F3E-4B9B-A89D-DD90DD1A0343}" srcOrd="5" destOrd="0" presId="urn:microsoft.com/office/officeart/2005/8/layout/vList5"/>
    <dgm:cxn modelId="{F812A5BC-AC56-4EFE-8837-527B00667B4B}" type="presParOf" srcId="{4B014522-B4EC-460B-87B7-98C94A9B351B}" destId="{EFFFBA4E-0E4B-4A05-845A-680216110374}" srcOrd="6" destOrd="0" presId="urn:microsoft.com/office/officeart/2005/8/layout/vList5"/>
    <dgm:cxn modelId="{DDB0DBFD-C395-4854-834E-CB1E18D56C9D}" type="presParOf" srcId="{EFFFBA4E-0E4B-4A05-845A-680216110374}" destId="{084690A0-8DBA-40EA-AC65-C0C79263C988}" srcOrd="0" destOrd="0" presId="urn:microsoft.com/office/officeart/2005/8/layout/vList5"/>
    <dgm:cxn modelId="{9BBF1D96-760F-4664-8D76-3D5FE1E3520E}" type="presParOf" srcId="{EFFFBA4E-0E4B-4A05-845A-680216110374}" destId="{195970D6-D265-4B2E-A36D-2FE48C733298}"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FD7136A-3816-47ED-BE8F-281E52C7F18C}" type="doc">
      <dgm:prSet loTypeId="urn:microsoft.com/office/officeart/2005/8/layout/chevron2" loCatId="list" qsTypeId="urn:microsoft.com/office/officeart/2005/8/quickstyle/simple1" qsCatId="simple" csTypeId="urn:microsoft.com/office/officeart/2005/8/colors/colorful1#3" csCatId="colorful" phldr="1"/>
      <dgm:spPr/>
      <dgm:t>
        <a:bodyPr/>
        <a:lstStyle/>
        <a:p>
          <a:endParaRPr lang="es-PE"/>
        </a:p>
      </dgm:t>
    </dgm:pt>
    <dgm:pt modelId="{2739E89E-82AC-4A2E-849A-A644DD066DBB}">
      <dgm:prSet phldrT="[Texto]"/>
      <dgm:spPr/>
      <dgm:t>
        <a:bodyPr/>
        <a:lstStyle/>
        <a:p>
          <a:r>
            <a:rPr lang="es-PE" dirty="0"/>
            <a:t>REVOKE</a:t>
          </a:r>
        </a:p>
      </dgm:t>
    </dgm:pt>
    <dgm:pt modelId="{86251E3D-8543-47FA-83EF-A68951D47222}" type="parTrans" cxnId="{1A3FAA88-8C1D-4F49-AC27-A444E882205C}">
      <dgm:prSet/>
      <dgm:spPr/>
      <dgm:t>
        <a:bodyPr/>
        <a:lstStyle/>
        <a:p>
          <a:endParaRPr lang="es-PE"/>
        </a:p>
      </dgm:t>
    </dgm:pt>
    <dgm:pt modelId="{F0D3D262-87FF-4FAE-A549-849269F3AFC0}" type="sibTrans" cxnId="{1A3FAA88-8C1D-4F49-AC27-A444E882205C}">
      <dgm:prSet/>
      <dgm:spPr/>
      <dgm:t>
        <a:bodyPr/>
        <a:lstStyle/>
        <a:p>
          <a:endParaRPr lang="es-PE"/>
        </a:p>
      </dgm:t>
    </dgm:pt>
    <dgm:pt modelId="{F78E0DB2-EA7F-4DB8-B307-FB03FC2611E5}">
      <dgm:prSet phldrT="[Texto]"/>
      <dgm:spPr/>
      <dgm:t>
        <a:bodyPr/>
        <a:lstStyle/>
        <a:p>
          <a:r>
            <a:rPr lang="es-ES_tradnl" dirty="0">
              <a:solidFill>
                <a:schemeClr val="accent6">
                  <a:lumMod val="50000"/>
                </a:schemeClr>
              </a:solidFill>
            </a:rPr>
            <a:t>ESTE COMANDO CREA UN OBJETO DENTRO DE LA BASE DE DATOS.</a:t>
          </a:r>
          <a:endParaRPr lang="es-PE" dirty="0">
            <a:solidFill>
              <a:schemeClr val="accent6">
                <a:lumMod val="50000"/>
              </a:schemeClr>
            </a:solidFill>
          </a:endParaRPr>
        </a:p>
      </dgm:t>
    </dgm:pt>
    <dgm:pt modelId="{E470ED69-DC58-406A-BB79-8976153FFF8A}" type="parTrans" cxnId="{E9318CFD-AF2F-425A-8993-96D5EFFA75AD}">
      <dgm:prSet/>
      <dgm:spPr/>
      <dgm:t>
        <a:bodyPr/>
        <a:lstStyle/>
        <a:p>
          <a:endParaRPr lang="es-PE"/>
        </a:p>
      </dgm:t>
    </dgm:pt>
    <dgm:pt modelId="{53F7E0EE-58E7-4A72-BA2C-ACFEE9BEF34C}" type="sibTrans" cxnId="{E9318CFD-AF2F-425A-8993-96D5EFFA75AD}">
      <dgm:prSet/>
      <dgm:spPr/>
      <dgm:t>
        <a:bodyPr/>
        <a:lstStyle/>
        <a:p>
          <a:endParaRPr lang="es-PE"/>
        </a:p>
      </dgm:t>
    </dgm:pt>
    <dgm:pt modelId="{AE222630-0796-4491-A0F4-EB62AE097F0B}">
      <dgm:prSet phldrT="[Texto]"/>
      <dgm:spPr/>
      <dgm:t>
        <a:bodyPr/>
        <a:lstStyle/>
        <a:p>
          <a:r>
            <a:rPr lang="es-PE" dirty="0"/>
            <a:t>GRANT</a:t>
          </a:r>
        </a:p>
      </dgm:t>
    </dgm:pt>
    <dgm:pt modelId="{51DAAFD2-C63F-44B4-85E1-4F02A9151F83}" type="parTrans" cxnId="{B2522944-E3BE-4820-9940-D4584DA66E5A}">
      <dgm:prSet/>
      <dgm:spPr/>
      <dgm:t>
        <a:bodyPr/>
        <a:lstStyle/>
        <a:p>
          <a:endParaRPr lang="es-PE"/>
        </a:p>
      </dgm:t>
    </dgm:pt>
    <dgm:pt modelId="{6BAC0612-EAF6-4917-A2B7-10EA07FFA44E}" type="sibTrans" cxnId="{B2522944-E3BE-4820-9940-D4584DA66E5A}">
      <dgm:prSet/>
      <dgm:spPr/>
      <dgm:t>
        <a:bodyPr/>
        <a:lstStyle/>
        <a:p>
          <a:endParaRPr lang="es-PE"/>
        </a:p>
      </dgm:t>
    </dgm:pt>
    <dgm:pt modelId="{3918ED97-2CCC-4E11-BDAF-BE8CBCC27231}">
      <dgm:prSet phldrT="[Texto]"/>
      <dgm:spPr/>
      <dgm:t>
        <a:bodyPr/>
        <a:lstStyle/>
        <a:p>
          <a:r>
            <a:rPr lang="es-PE" dirty="0">
              <a:solidFill>
                <a:schemeClr val="accent6">
                  <a:lumMod val="50000"/>
                </a:schemeClr>
              </a:solidFill>
            </a:rPr>
            <a:t>ESTE COMANDO PERMITE MODIFICAR LA ESTRUCTURA DE UN OBJETO.</a:t>
          </a:r>
        </a:p>
      </dgm:t>
    </dgm:pt>
    <dgm:pt modelId="{A06B1AF5-48A9-49E2-B0AC-24F3DE474526}" type="parTrans" cxnId="{41A164EA-1C8F-4F31-8106-1B4C1F9DEE6E}">
      <dgm:prSet/>
      <dgm:spPr/>
      <dgm:t>
        <a:bodyPr/>
        <a:lstStyle/>
        <a:p>
          <a:endParaRPr lang="es-PE"/>
        </a:p>
      </dgm:t>
    </dgm:pt>
    <dgm:pt modelId="{7C11011C-5F14-4689-94FE-68D1460D0521}" type="sibTrans" cxnId="{41A164EA-1C8F-4F31-8106-1B4C1F9DEE6E}">
      <dgm:prSet/>
      <dgm:spPr/>
      <dgm:t>
        <a:bodyPr/>
        <a:lstStyle/>
        <a:p>
          <a:endParaRPr lang="es-PE"/>
        </a:p>
      </dgm:t>
    </dgm:pt>
    <dgm:pt modelId="{8299541A-7E9C-4F0C-B797-25D6373D193C}">
      <dgm:prSet phldrT="[Texto]"/>
      <dgm:spPr/>
      <dgm:t>
        <a:bodyPr/>
        <a:lstStyle/>
        <a:p>
          <a:r>
            <a:rPr lang="es-PE" dirty="0"/>
            <a:t>DANY</a:t>
          </a:r>
        </a:p>
      </dgm:t>
    </dgm:pt>
    <dgm:pt modelId="{3E245682-CAA0-4A60-95EB-CB010C243666}" type="parTrans" cxnId="{D5662DD3-4716-45C0-8C6D-AF162FFF075F}">
      <dgm:prSet/>
      <dgm:spPr/>
      <dgm:t>
        <a:bodyPr/>
        <a:lstStyle/>
        <a:p>
          <a:endParaRPr lang="es-PE"/>
        </a:p>
      </dgm:t>
    </dgm:pt>
    <dgm:pt modelId="{E4949DFE-75CF-48C0-B872-ECC9441B9324}" type="sibTrans" cxnId="{D5662DD3-4716-45C0-8C6D-AF162FFF075F}">
      <dgm:prSet/>
      <dgm:spPr/>
      <dgm:t>
        <a:bodyPr/>
        <a:lstStyle/>
        <a:p>
          <a:endParaRPr lang="es-PE"/>
        </a:p>
      </dgm:t>
    </dgm:pt>
    <dgm:pt modelId="{2C052F0A-F9BA-44F6-A8F4-401E9028CD5B}">
      <dgm:prSet phldrT="[Texto]"/>
      <dgm:spPr/>
      <dgm:t>
        <a:bodyPr/>
        <a:lstStyle/>
        <a:p>
          <a:r>
            <a:rPr lang="es-ES_tradnl" dirty="0">
              <a:solidFill>
                <a:schemeClr val="accent6">
                  <a:lumMod val="50000"/>
                </a:schemeClr>
              </a:solidFill>
            </a:rPr>
            <a:t>ESTE COMANDO ELIMINA UN OBJETO DE LA BASE DE DATOS. SE PUEDE COMBINAR CON LA SENTENCIA ALTER. </a:t>
          </a:r>
          <a:endParaRPr lang="es-PE" dirty="0">
            <a:solidFill>
              <a:schemeClr val="accent6">
                <a:lumMod val="50000"/>
              </a:schemeClr>
            </a:solidFill>
          </a:endParaRPr>
        </a:p>
      </dgm:t>
    </dgm:pt>
    <dgm:pt modelId="{B2AB909A-4BD2-490E-801F-86D4EE3B0F07}" type="parTrans" cxnId="{97A7C63C-574C-4270-9830-095919E4EDD6}">
      <dgm:prSet/>
      <dgm:spPr/>
      <dgm:t>
        <a:bodyPr/>
        <a:lstStyle/>
        <a:p>
          <a:endParaRPr lang="es-PE"/>
        </a:p>
      </dgm:t>
    </dgm:pt>
    <dgm:pt modelId="{7B72BD6A-5CE1-44D8-9167-4500E2141A4D}" type="sibTrans" cxnId="{97A7C63C-574C-4270-9830-095919E4EDD6}">
      <dgm:prSet/>
      <dgm:spPr/>
      <dgm:t>
        <a:bodyPr/>
        <a:lstStyle/>
        <a:p>
          <a:endParaRPr lang="es-PE"/>
        </a:p>
      </dgm:t>
    </dgm:pt>
    <dgm:pt modelId="{39316B39-8FCC-459B-B6B0-F85E3433E1EB}" type="pres">
      <dgm:prSet presAssocID="{FFD7136A-3816-47ED-BE8F-281E52C7F18C}" presName="linearFlow" presStyleCnt="0">
        <dgm:presLayoutVars>
          <dgm:dir/>
          <dgm:animLvl val="lvl"/>
          <dgm:resizeHandles val="exact"/>
        </dgm:presLayoutVars>
      </dgm:prSet>
      <dgm:spPr/>
    </dgm:pt>
    <dgm:pt modelId="{69E6ECCC-8E8B-4B8D-BB81-399902E09F61}" type="pres">
      <dgm:prSet presAssocID="{2739E89E-82AC-4A2E-849A-A644DD066DBB}" presName="composite" presStyleCnt="0"/>
      <dgm:spPr/>
    </dgm:pt>
    <dgm:pt modelId="{9C0DA048-E5E4-43A5-9FFD-EA526FC78752}" type="pres">
      <dgm:prSet presAssocID="{2739E89E-82AC-4A2E-849A-A644DD066DBB}" presName="parentText" presStyleLbl="alignNode1" presStyleIdx="0" presStyleCnt="3">
        <dgm:presLayoutVars>
          <dgm:chMax val="1"/>
          <dgm:bulletEnabled val="1"/>
        </dgm:presLayoutVars>
      </dgm:prSet>
      <dgm:spPr/>
    </dgm:pt>
    <dgm:pt modelId="{A4585AD4-EA64-4A99-92B6-0E2050A7839E}" type="pres">
      <dgm:prSet presAssocID="{2739E89E-82AC-4A2E-849A-A644DD066DBB}" presName="descendantText" presStyleLbl="alignAcc1" presStyleIdx="0" presStyleCnt="3">
        <dgm:presLayoutVars>
          <dgm:bulletEnabled val="1"/>
        </dgm:presLayoutVars>
      </dgm:prSet>
      <dgm:spPr/>
    </dgm:pt>
    <dgm:pt modelId="{48487524-8B4A-4DC2-8731-165522A96523}" type="pres">
      <dgm:prSet presAssocID="{F0D3D262-87FF-4FAE-A549-849269F3AFC0}" presName="sp" presStyleCnt="0"/>
      <dgm:spPr/>
    </dgm:pt>
    <dgm:pt modelId="{52605154-CE53-42D5-A1DE-CD03F521DAE5}" type="pres">
      <dgm:prSet presAssocID="{AE222630-0796-4491-A0F4-EB62AE097F0B}" presName="composite" presStyleCnt="0"/>
      <dgm:spPr/>
    </dgm:pt>
    <dgm:pt modelId="{71F31415-C417-4ABD-9E0B-6449B4061D35}" type="pres">
      <dgm:prSet presAssocID="{AE222630-0796-4491-A0F4-EB62AE097F0B}" presName="parentText" presStyleLbl="alignNode1" presStyleIdx="1" presStyleCnt="3">
        <dgm:presLayoutVars>
          <dgm:chMax val="1"/>
          <dgm:bulletEnabled val="1"/>
        </dgm:presLayoutVars>
      </dgm:prSet>
      <dgm:spPr/>
    </dgm:pt>
    <dgm:pt modelId="{B9B8D5F3-14F5-483A-A8DE-1CC580547AF6}" type="pres">
      <dgm:prSet presAssocID="{AE222630-0796-4491-A0F4-EB62AE097F0B}" presName="descendantText" presStyleLbl="alignAcc1" presStyleIdx="1" presStyleCnt="3">
        <dgm:presLayoutVars>
          <dgm:bulletEnabled val="1"/>
        </dgm:presLayoutVars>
      </dgm:prSet>
      <dgm:spPr/>
    </dgm:pt>
    <dgm:pt modelId="{DE734A98-4F93-455E-96C8-CAE53CBE89E7}" type="pres">
      <dgm:prSet presAssocID="{6BAC0612-EAF6-4917-A2B7-10EA07FFA44E}" presName="sp" presStyleCnt="0"/>
      <dgm:spPr/>
    </dgm:pt>
    <dgm:pt modelId="{7D143D8B-EC56-414C-90DC-B6B40E7D1775}" type="pres">
      <dgm:prSet presAssocID="{8299541A-7E9C-4F0C-B797-25D6373D193C}" presName="composite" presStyleCnt="0"/>
      <dgm:spPr/>
    </dgm:pt>
    <dgm:pt modelId="{7AF9AD8A-52C8-4753-9F21-CC4921B97CA6}" type="pres">
      <dgm:prSet presAssocID="{8299541A-7E9C-4F0C-B797-25D6373D193C}" presName="parentText" presStyleLbl="alignNode1" presStyleIdx="2" presStyleCnt="3">
        <dgm:presLayoutVars>
          <dgm:chMax val="1"/>
          <dgm:bulletEnabled val="1"/>
        </dgm:presLayoutVars>
      </dgm:prSet>
      <dgm:spPr/>
    </dgm:pt>
    <dgm:pt modelId="{8C7B14F6-5DA3-41C0-8375-D71B4259410A}" type="pres">
      <dgm:prSet presAssocID="{8299541A-7E9C-4F0C-B797-25D6373D193C}" presName="descendantText" presStyleLbl="alignAcc1" presStyleIdx="2" presStyleCnt="3">
        <dgm:presLayoutVars>
          <dgm:bulletEnabled val="1"/>
        </dgm:presLayoutVars>
      </dgm:prSet>
      <dgm:spPr/>
    </dgm:pt>
  </dgm:ptLst>
  <dgm:cxnLst>
    <dgm:cxn modelId="{D8CC8309-C7E5-4E69-AF82-5898EF1FA108}" type="presOf" srcId="{2739E89E-82AC-4A2E-849A-A644DD066DBB}" destId="{9C0DA048-E5E4-43A5-9FFD-EA526FC78752}" srcOrd="0" destOrd="0" presId="urn:microsoft.com/office/officeart/2005/8/layout/chevron2"/>
    <dgm:cxn modelId="{81074515-E3D9-42C2-924A-9FF9884E1DC4}" type="presOf" srcId="{FFD7136A-3816-47ED-BE8F-281E52C7F18C}" destId="{39316B39-8FCC-459B-B6B0-F85E3433E1EB}" srcOrd="0" destOrd="0" presId="urn:microsoft.com/office/officeart/2005/8/layout/chevron2"/>
    <dgm:cxn modelId="{97A7C63C-574C-4270-9830-095919E4EDD6}" srcId="{8299541A-7E9C-4F0C-B797-25D6373D193C}" destId="{2C052F0A-F9BA-44F6-A8F4-401E9028CD5B}" srcOrd="0" destOrd="0" parTransId="{B2AB909A-4BD2-490E-801F-86D4EE3B0F07}" sibTransId="{7B72BD6A-5CE1-44D8-9167-4500E2141A4D}"/>
    <dgm:cxn modelId="{B2522944-E3BE-4820-9940-D4584DA66E5A}" srcId="{FFD7136A-3816-47ED-BE8F-281E52C7F18C}" destId="{AE222630-0796-4491-A0F4-EB62AE097F0B}" srcOrd="1" destOrd="0" parTransId="{51DAAFD2-C63F-44B4-85E1-4F02A9151F83}" sibTransId="{6BAC0612-EAF6-4917-A2B7-10EA07FFA44E}"/>
    <dgm:cxn modelId="{0B8D6488-A049-440D-A978-ECFEFD86D2D3}" type="presOf" srcId="{3918ED97-2CCC-4E11-BDAF-BE8CBCC27231}" destId="{B9B8D5F3-14F5-483A-A8DE-1CC580547AF6}" srcOrd="0" destOrd="0" presId="urn:microsoft.com/office/officeart/2005/8/layout/chevron2"/>
    <dgm:cxn modelId="{1A3FAA88-8C1D-4F49-AC27-A444E882205C}" srcId="{FFD7136A-3816-47ED-BE8F-281E52C7F18C}" destId="{2739E89E-82AC-4A2E-849A-A644DD066DBB}" srcOrd="0" destOrd="0" parTransId="{86251E3D-8543-47FA-83EF-A68951D47222}" sibTransId="{F0D3D262-87FF-4FAE-A549-849269F3AFC0}"/>
    <dgm:cxn modelId="{6C2BFE89-F1BE-4F57-B528-3E16F3D9A0F5}" type="presOf" srcId="{F78E0DB2-EA7F-4DB8-B307-FB03FC2611E5}" destId="{A4585AD4-EA64-4A99-92B6-0E2050A7839E}" srcOrd="0" destOrd="0" presId="urn:microsoft.com/office/officeart/2005/8/layout/chevron2"/>
    <dgm:cxn modelId="{D765E0CA-E40B-4F35-9CF3-52D8BB97D278}" type="presOf" srcId="{8299541A-7E9C-4F0C-B797-25D6373D193C}" destId="{7AF9AD8A-52C8-4753-9F21-CC4921B97CA6}" srcOrd="0" destOrd="0" presId="urn:microsoft.com/office/officeart/2005/8/layout/chevron2"/>
    <dgm:cxn modelId="{D76AECCF-1037-4D9B-A0AC-DB94C14CA9FA}" type="presOf" srcId="{AE222630-0796-4491-A0F4-EB62AE097F0B}" destId="{71F31415-C417-4ABD-9E0B-6449B4061D35}" srcOrd="0" destOrd="0" presId="urn:microsoft.com/office/officeart/2005/8/layout/chevron2"/>
    <dgm:cxn modelId="{D5662DD3-4716-45C0-8C6D-AF162FFF075F}" srcId="{FFD7136A-3816-47ED-BE8F-281E52C7F18C}" destId="{8299541A-7E9C-4F0C-B797-25D6373D193C}" srcOrd="2" destOrd="0" parTransId="{3E245682-CAA0-4A60-95EB-CB010C243666}" sibTransId="{E4949DFE-75CF-48C0-B872-ECC9441B9324}"/>
    <dgm:cxn modelId="{794CC8E4-6E2B-409E-8596-021AE47A55C1}" type="presOf" srcId="{2C052F0A-F9BA-44F6-A8F4-401E9028CD5B}" destId="{8C7B14F6-5DA3-41C0-8375-D71B4259410A}" srcOrd="0" destOrd="0" presId="urn:microsoft.com/office/officeart/2005/8/layout/chevron2"/>
    <dgm:cxn modelId="{41A164EA-1C8F-4F31-8106-1B4C1F9DEE6E}" srcId="{AE222630-0796-4491-A0F4-EB62AE097F0B}" destId="{3918ED97-2CCC-4E11-BDAF-BE8CBCC27231}" srcOrd="0" destOrd="0" parTransId="{A06B1AF5-48A9-49E2-B0AC-24F3DE474526}" sibTransId="{7C11011C-5F14-4689-94FE-68D1460D0521}"/>
    <dgm:cxn modelId="{E9318CFD-AF2F-425A-8993-96D5EFFA75AD}" srcId="{2739E89E-82AC-4A2E-849A-A644DD066DBB}" destId="{F78E0DB2-EA7F-4DB8-B307-FB03FC2611E5}" srcOrd="0" destOrd="0" parTransId="{E470ED69-DC58-406A-BB79-8976153FFF8A}" sibTransId="{53F7E0EE-58E7-4A72-BA2C-ACFEE9BEF34C}"/>
    <dgm:cxn modelId="{5B92C66F-3A32-4E97-B002-AE75D0183584}" type="presParOf" srcId="{39316B39-8FCC-459B-B6B0-F85E3433E1EB}" destId="{69E6ECCC-8E8B-4B8D-BB81-399902E09F61}" srcOrd="0" destOrd="0" presId="urn:microsoft.com/office/officeart/2005/8/layout/chevron2"/>
    <dgm:cxn modelId="{4F14C2A4-B016-4803-B0D4-B36DFD02EBD4}" type="presParOf" srcId="{69E6ECCC-8E8B-4B8D-BB81-399902E09F61}" destId="{9C0DA048-E5E4-43A5-9FFD-EA526FC78752}" srcOrd="0" destOrd="0" presId="urn:microsoft.com/office/officeart/2005/8/layout/chevron2"/>
    <dgm:cxn modelId="{71FFD054-34A3-4162-8417-304584834762}" type="presParOf" srcId="{69E6ECCC-8E8B-4B8D-BB81-399902E09F61}" destId="{A4585AD4-EA64-4A99-92B6-0E2050A7839E}" srcOrd="1" destOrd="0" presId="urn:microsoft.com/office/officeart/2005/8/layout/chevron2"/>
    <dgm:cxn modelId="{2FE710DA-E032-482F-9DBC-1C8C7E567961}" type="presParOf" srcId="{39316B39-8FCC-459B-B6B0-F85E3433E1EB}" destId="{48487524-8B4A-4DC2-8731-165522A96523}" srcOrd="1" destOrd="0" presId="urn:microsoft.com/office/officeart/2005/8/layout/chevron2"/>
    <dgm:cxn modelId="{91E31C86-0C1F-4DFA-9F1D-1DC21CAB99F6}" type="presParOf" srcId="{39316B39-8FCC-459B-B6B0-F85E3433E1EB}" destId="{52605154-CE53-42D5-A1DE-CD03F521DAE5}" srcOrd="2" destOrd="0" presId="urn:microsoft.com/office/officeart/2005/8/layout/chevron2"/>
    <dgm:cxn modelId="{33A1C1C1-B339-4206-A399-3FE58526F520}" type="presParOf" srcId="{52605154-CE53-42D5-A1DE-CD03F521DAE5}" destId="{71F31415-C417-4ABD-9E0B-6449B4061D35}" srcOrd="0" destOrd="0" presId="urn:microsoft.com/office/officeart/2005/8/layout/chevron2"/>
    <dgm:cxn modelId="{D006ED6F-1D11-42DD-80E0-C34FBE810299}" type="presParOf" srcId="{52605154-CE53-42D5-A1DE-CD03F521DAE5}" destId="{B9B8D5F3-14F5-483A-A8DE-1CC580547AF6}" srcOrd="1" destOrd="0" presId="urn:microsoft.com/office/officeart/2005/8/layout/chevron2"/>
    <dgm:cxn modelId="{83FB75A8-16AF-4F99-91F2-B768BDB40FD7}" type="presParOf" srcId="{39316B39-8FCC-459B-B6B0-F85E3433E1EB}" destId="{DE734A98-4F93-455E-96C8-CAE53CBE89E7}" srcOrd="3" destOrd="0" presId="urn:microsoft.com/office/officeart/2005/8/layout/chevron2"/>
    <dgm:cxn modelId="{E5F49E6F-17CE-453F-9AA1-D1413977C687}" type="presParOf" srcId="{39316B39-8FCC-459B-B6B0-F85E3433E1EB}" destId="{7D143D8B-EC56-414C-90DC-B6B40E7D1775}" srcOrd="4" destOrd="0" presId="urn:microsoft.com/office/officeart/2005/8/layout/chevron2"/>
    <dgm:cxn modelId="{89598D53-47E0-4C62-A0F3-6BDFEEFAEA36}" type="presParOf" srcId="{7D143D8B-EC56-414C-90DC-B6B40E7D1775}" destId="{7AF9AD8A-52C8-4753-9F21-CC4921B97CA6}" srcOrd="0" destOrd="0" presId="urn:microsoft.com/office/officeart/2005/8/layout/chevron2"/>
    <dgm:cxn modelId="{81AA3C06-4B8B-4142-8A12-D862ECA4A942}" type="presParOf" srcId="{7D143D8B-EC56-414C-90DC-B6B40E7D1775}" destId="{8C7B14F6-5DA3-41C0-8375-D71B4259410A}"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4F7088-0C9E-40C7-8F1F-24B8EB2DEB90}" type="doc">
      <dgm:prSet loTypeId="urn:microsoft.com/office/officeart/2005/8/layout/vList5" loCatId="list" qsTypeId="urn:microsoft.com/office/officeart/2005/8/quickstyle/simple1" qsCatId="simple" csTypeId="urn:microsoft.com/office/officeart/2005/8/colors/colorful1#4" csCatId="colorful" phldr="1"/>
      <dgm:spPr/>
      <dgm:t>
        <a:bodyPr/>
        <a:lstStyle/>
        <a:p>
          <a:endParaRPr lang="es-PE"/>
        </a:p>
      </dgm:t>
    </dgm:pt>
    <dgm:pt modelId="{7FCBADCD-A453-4697-A514-4FED1A7D00CA}">
      <dgm:prSet phldrT="[Texto]"/>
      <dgm:spPr/>
      <dgm:t>
        <a:bodyPr/>
        <a:lstStyle/>
        <a:p>
          <a:r>
            <a:rPr lang="es-ES" dirty="0"/>
            <a:t>COMMIT</a:t>
          </a:r>
          <a:r>
            <a:rPr lang="es-ES_tradnl" dirty="0"/>
            <a:t> </a:t>
          </a:r>
          <a:endParaRPr lang="es-PE" dirty="0"/>
        </a:p>
      </dgm:t>
    </dgm:pt>
    <dgm:pt modelId="{147D2453-3704-4C69-ADE6-D3528552D67B}" type="parTrans" cxnId="{B0755D89-0E14-44F7-833F-C9E74AFA4E18}">
      <dgm:prSet/>
      <dgm:spPr/>
      <dgm:t>
        <a:bodyPr/>
        <a:lstStyle/>
        <a:p>
          <a:endParaRPr lang="es-PE"/>
        </a:p>
      </dgm:t>
    </dgm:pt>
    <dgm:pt modelId="{4E2BF84A-E102-4E1B-ABAB-2DD5A1A1BE15}" type="sibTrans" cxnId="{B0755D89-0E14-44F7-833F-C9E74AFA4E18}">
      <dgm:prSet/>
      <dgm:spPr/>
      <dgm:t>
        <a:bodyPr/>
        <a:lstStyle/>
        <a:p>
          <a:endParaRPr lang="es-PE"/>
        </a:p>
      </dgm:t>
    </dgm:pt>
    <dgm:pt modelId="{7729D728-5B14-4382-A379-49BB6FA92CC0}">
      <dgm:prSet phldrT="[Texto]"/>
      <dgm:spPr/>
      <dgm:t>
        <a:bodyPr/>
        <a:lstStyle/>
        <a:p>
          <a:pPr algn="just"/>
          <a:r>
            <a:rPr lang="es-ES" dirty="0"/>
            <a:t>Para guardar el estado de base de datos después de completar la transacción.</a:t>
          </a:r>
          <a:endParaRPr lang="es-PE" dirty="0"/>
        </a:p>
      </dgm:t>
    </dgm:pt>
    <dgm:pt modelId="{4DA4F4CD-F08F-4377-8F62-E11557E49B23}" type="parTrans" cxnId="{67B25308-0168-459A-A1AD-635492CC7FA9}">
      <dgm:prSet/>
      <dgm:spPr/>
      <dgm:t>
        <a:bodyPr/>
        <a:lstStyle/>
        <a:p>
          <a:endParaRPr lang="es-PE"/>
        </a:p>
      </dgm:t>
    </dgm:pt>
    <dgm:pt modelId="{86075F7C-B13C-44FE-8A89-12E1CDE1A71C}" type="sibTrans" cxnId="{67B25308-0168-459A-A1AD-635492CC7FA9}">
      <dgm:prSet/>
      <dgm:spPr/>
      <dgm:t>
        <a:bodyPr/>
        <a:lstStyle/>
        <a:p>
          <a:endParaRPr lang="es-PE"/>
        </a:p>
      </dgm:t>
    </dgm:pt>
    <dgm:pt modelId="{E40BF948-5EEA-4FAA-9710-1D34AFD7F9D0}">
      <dgm:prSet phldrT="[Texto]"/>
      <dgm:spPr/>
      <dgm:t>
        <a:bodyPr/>
        <a:lstStyle/>
        <a:p>
          <a:r>
            <a:rPr lang="es-ES" dirty="0"/>
            <a:t>ROLLBACK </a:t>
          </a:r>
          <a:r>
            <a:rPr lang="es-ES_tradnl" dirty="0"/>
            <a:t> </a:t>
          </a:r>
          <a:endParaRPr lang="es-PE" dirty="0"/>
        </a:p>
      </dgm:t>
    </dgm:pt>
    <dgm:pt modelId="{2369FDB8-0173-484E-B189-05F2DF80227F}" type="parTrans" cxnId="{393D8631-FC42-46B1-BCA0-585200BCD504}">
      <dgm:prSet/>
      <dgm:spPr/>
      <dgm:t>
        <a:bodyPr/>
        <a:lstStyle/>
        <a:p>
          <a:endParaRPr lang="es-PE"/>
        </a:p>
      </dgm:t>
    </dgm:pt>
    <dgm:pt modelId="{35E8CC85-62D4-44A1-980F-0C4A1655CB96}" type="sibTrans" cxnId="{393D8631-FC42-46B1-BCA0-585200BCD504}">
      <dgm:prSet/>
      <dgm:spPr/>
      <dgm:t>
        <a:bodyPr/>
        <a:lstStyle/>
        <a:p>
          <a:endParaRPr lang="es-PE"/>
        </a:p>
      </dgm:t>
    </dgm:pt>
    <dgm:pt modelId="{D5F7DA39-15ED-45FD-BDF5-171358539490}">
      <dgm:prSet phldrT="[Texto]"/>
      <dgm:spPr/>
      <dgm:t>
        <a:bodyPr/>
        <a:lstStyle/>
        <a:p>
          <a:pPr algn="just"/>
          <a:r>
            <a:rPr lang="es-ES" dirty="0"/>
            <a:t>Para restaurar el estado de base de datos, en un estado antes del inicio de la operación.</a:t>
          </a:r>
          <a:endParaRPr lang="es-PE" dirty="0"/>
        </a:p>
      </dgm:t>
    </dgm:pt>
    <dgm:pt modelId="{08B8A369-F0A2-4F4D-A1E9-65C8ED2BC842}" type="parTrans" cxnId="{BB032B26-7F3B-4787-8AC0-F7AF4FB69A3D}">
      <dgm:prSet/>
      <dgm:spPr/>
      <dgm:t>
        <a:bodyPr/>
        <a:lstStyle/>
        <a:p>
          <a:endParaRPr lang="es-PE"/>
        </a:p>
      </dgm:t>
    </dgm:pt>
    <dgm:pt modelId="{646A18F1-24EF-4174-B987-BB5EE717BA58}" type="sibTrans" cxnId="{BB032B26-7F3B-4787-8AC0-F7AF4FB69A3D}">
      <dgm:prSet/>
      <dgm:spPr/>
      <dgm:t>
        <a:bodyPr/>
        <a:lstStyle/>
        <a:p>
          <a:endParaRPr lang="es-PE"/>
        </a:p>
      </dgm:t>
    </dgm:pt>
    <dgm:pt modelId="{4B014522-B4EC-460B-87B7-98C94A9B351B}" type="pres">
      <dgm:prSet presAssocID="{AF4F7088-0C9E-40C7-8F1F-24B8EB2DEB90}" presName="Name0" presStyleCnt="0">
        <dgm:presLayoutVars>
          <dgm:dir/>
          <dgm:animLvl val="lvl"/>
          <dgm:resizeHandles val="exact"/>
        </dgm:presLayoutVars>
      </dgm:prSet>
      <dgm:spPr/>
    </dgm:pt>
    <dgm:pt modelId="{7326E541-B49B-4195-B823-CFB6E0967E4F}" type="pres">
      <dgm:prSet presAssocID="{7FCBADCD-A453-4697-A514-4FED1A7D00CA}" presName="linNode" presStyleCnt="0"/>
      <dgm:spPr/>
    </dgm:pt>
    <dgm:pt modelId="{063FD32C-4BAE-4664-8D91-FC5C8F6A584A}" type="pres">
      <dgm:prSet presAssocID="{7FCBADCD-A453-4697-A514-4FED1A7D00CA}" presName="parentText" presStyleLbl="node1" presStyleIdx="0" presStyleCnt="2" custScaleX="62713">
        <dgm:presLayoutVars>
          <dgm:chMax val="1"/>
          <dgm:bulletEnabled val="1"/>
        </dgm:presLayoutVars>
      </dgm:prSet>
      <dgm:spPr/>
    </dgm:pt>
    <dgm:pt modelId="{8C1781BB-ACE3-4BAA-8B03-2302BFF075E2}" type="pres">
      <dgm:prSet presAssocID="{7FCBADCD-A453-4697-A514-4FED1A7D00CA}" presName="descendantText" presStyleLbl="alignAccFollowNode1" presStyleIdx="0" presStyleCnt="2" custScaleX="119012">
        <dgm:presLayoutVars>
          <dgm:bulletEnabled val="1"/>
        </dgm:presLayoutVars>
      </dgm:prSet>
      <dgm:spPr/>
    </dgm:pt>
    <dgm:pt modelId="{CDFA22C6-28A0-47E9-9EEE-AA8C64862B7E}" type="pres">
      <dgm:prSet presAssocID="{4E2BF84A-E102-4E1B-ABAB-2DD5A1A1BE15}" presName="sp" presStyleCnt="0"/>
      <dgm:spPr/>
    </dgm:pt>
    <dgm:pt modelId="{DF50258B-6FA5-442E-993D-47EA0575B567}" type="pres">
      <dgm:prSet presAssocID="{E40BF948-5EEA-4FAA-9710-1D34AFD7F9D0}" presName="linNode" presStyleCnt="0"/>
      <dgm:spPr/>
    </dgm:pt>
    <dgm:pt modelId="{F0A8E948-A9FE-4AF1-BEE9-05298273856E}" type="pres">
      <dgm:prSet presAssocID="{E40BF948-5EEA-4FAA-9710-1D34AFD7F9D0}" presName="parentText" presStyleLbl="node1" presStyleIdx="1" presStyleCnt="2" custScaleX="62713">
        <dgm:presLayoutVars>
          <dgm:chMax val="1"/>
          <dgm:bulletEnabled val="1"/>
        </dgm:presLayoutVars>
      </dgm:prSet>
      <dgm:spPr/>
    </dgm:pt>
    <dgm:pt modelId="{A9BA5147-A934-4DCA-8219-9A1FBE6438F7}" type="pres">
      <dgm:prSet presAssocID="{E40BF948-5EEA-4FAA-9710-1D34AFD7F9D0}" presName="descendantText" presStyleLbl="alignAccFollowNode1" presStyleIdx="1" presStyleCnt="2" custScaleX="119012">
        <dgm:presLayoutVars>
          <dgm:bulletEnabled val="1"/>
        </dgm:presLayoutVars>
      </dgm:prSet>
      <dgm:spPr/>
    </dgm:pt>
  </dgm:ptLst>
  <dgm:cxnLst>
    <dgm:cxn modelId="{8F7F2502-492F-459D-B681-BEDFE176B3A3}" type="presOf" srcId="{7FCBADCD-A453-4697-A514-4FED1A7D00CA}" destId="{063FD32C-4BAE-4664-8D91-FC5C8F6A584A}" srcOrd="0" destOrd="0" presId="urn:microsoft.com/office/officeart/2005/8/layout/vList5"/>
    <dgm:cxn modelId="{67B25308-0168-459A-A1AD-635492CC7FA9}" srcId="{7FCBADCD-A453-4697-A514-4FED1A7D00CA}" destId="{7729D728-5B14-4382-A379-49BB6FA92CC0}" srcOrd="0" destOrd="0" parTransId="{4DA4F4CD-F08F-4377-8F62-E11557E49B23}" sibTransId="{86075F7C-B13C-44FE-8A89-12E1CDE1A71C}"/>
    <dgm:cxn modelId="{BB032B26-7F3B-4787-8AC0-F7AF4FB69A3D}" srcId="{E40BF948-5EEA-4FAA-9710-1D34AFD7F9D0}" destId="{D5F7DA39-15ED-45FD-BDF5-171358539490}" srcOrd="0" destOrd="0" parTransId="{08B8A369-F0A2-4F4D-A1E9-65C8ED2BC842}" sibTransId="{646A18F1-24EF-4174-B987-BB5EE717BA58}"/>
    <dgm:cxn modelId="{393D8631-FC42-46B1-BCA0-585200BCD504}" srcId="{AF4F7088-0C9E-40C7-8F1F-24B8EB2DEB90}" destId="{E40BF948-5EEA-4FAA-9710-1D34AFD7F9D0}" srcOrd="1" destOrd="0" parTransId="{2369FDB8-0173-484E-B189-05F2DF80227F}" sibTransId="{35E8CC85-62D4-44A1-980F-0C4A1655CB96}"/>
    <dgm:cxn modelId="{B9FDDC49-A498-44E7-A407-7E34FFEBB5B5}" type="presOf" srcId="{E40BF948-5EEA-4FAA-9710-1D34AFD7F9D0}" destId="{F0A8E948-A9FE-4AF1-BEE9-05298273856E}" srcOrd="0" destOrd="0" presId="urn:microsoft.com/office/officeart/2005/8/layout/vList5"/>
    <dgm:cxn modelId="{DADA107C-6E5A-49A0-8D0C-33E3D8A3F540}" type="presOf" srcId="{7729D728-5B14-4382-A379-49BB6FA92CC0}" destId="{8C1781BB-ACE3-4BAA-8B03-2302BFF075E2}" srcOrd="0" destOrd="0" presId="urn:microsoft.com/office/officeart/2005/8/layout/vList5"/>
    <dgm:cxn modelId="{B0755D89-0E14-44F7-833F-C9E74AFA4E18}" srcId="{AF4F7088-0C9E-40C7-8F1F-24B8EB2DEB90}" destId="{7FCBADCD-A453-4697-A514-4FED1A7D00CA}" srcOrd="0" destOrd="0" parTransId="{147D2453-3704-4C69-ADE6-D3528552D67B}" sibTransId="{4E2BF84A-E102-4E1B-ABAB-2DD5A1A1BE15}"/>
    <dgm:cxn modelId="{000DF5DB-D86A-426D-8594-23BA2C43B24A}" type="presOf" srcId="{AF4F7088-0C9E-40C7-8F1F-24B8EB2DEB90}" destId="{4B014522-B4EC-460B-87B7-98C94A9B351B}" srcOrd="0" destOrd="0" presId="urn:microsoft.com/office/officeart/2005/8/layout/vList5"/>
    <dgm:cxn modelId="{451E26FD-5C93-4A23-BFEE-E9488791BF85}" type="presOf" srcId="{D5F7DA39-15ED-45FD-BDF5-171358539490}" destId="{A9BA5147-A934-4DCA-8219-9A1FBE6438F7}" srcOrd="0" destOrd="0" presId="urn:microsoft.com/office/officeart/2005/8/layout/vList5"/>
    <dgm:cxn modelId="{208DE022-ADB1-4319-96F9-A28A4D9519B3}" type="presParOf" srcId="{4B014522-B4EC-460B-87B7-98C94A9B351B}" destId="{7326E541-B49B-4195-B823-CFB6E0967E4F}" srcOrd="0" destOrd="0" presId="urn:microsoft.com/office/officeart/2005/8/layout/vList5"/>
    <dgm:cxn modelId="{D36F3528-C93D-4E4A-9F8D-676F189E9472}" type="presParOf" srcId="{7326E541-B49B-4195-B823-CFB6E0967E4F}" destId="{063FD32C-4BAE-4664-8D91-FC5C8F6A584A}" srcOrd="0" destOrd="0" presId="urn:microsoft.com/office/officeart/2005/8/layout/vList5"/>
    <dgm:cxn modelId="{B7DE7E62-EA49-402E-9D95-F03A3ADDC8D8}" type="presParOf" srcId="{7326E541-B49B-4195-B823-CFB6E0967E4F}" destId="{8C1781BB-ACE3-4BAA-8B03-2302BFF075E2}" srcOrd="1" destOrd="0" presId="urn:microsoft.com/office/officeart/2005/8/layout/vList5"/>
    <dgm:cxn modelId="{8773E962-C508-4CB2-9147-AD3222CB41A8}" type="presParOf" srcId="{4B014522-B4EC-460B-87B7-98C94A9B351B}" destId="{CDFA22C6-28A0-47E9-9EEE-AA8C64862B7E}" srcOrd="1" destOrd="0" presId="urn:microsoft.com/office/officeart/2005/8/layout/vList5"/>
    <dgm:cxn modelId="{750FF78B-F4F4-4DF0-891C-CDC35593EF74}" type="presParOf" srcId="{4B014522-B4EC-460B-87B7-98C94A9B351B}" destId="{DF50258B-6FA5-442E-993D-47EA0575B567}" srcOrd="2" destOrd="0" presId="urn:microsoft.com/office/officeart/2005/8/layout/vList5"/>
    <dgm:cxn modelId="{8B24306A-CD32-498C-A41B-4FA7B73B5FB2}" type="presParOf" srcId="{DF50258B-6FA5-442E-993D-47EA0575B567}" destId="{F0A8E948-A9FE-4AF1-BEE9-05298273856E}" srcOrd="0" destOrd="0" presId="urn:microsoft.com/office/officeart/2005/8/layout/vList5"/>
    <dgm:cxn modelId="{71D02E26-1349-40DE-8F4D-43DE77A947BD}" type="presParOf" srcId="{DF50258B-6FA5-442E-993D-47EA0575B567}" destId="{A9BA5147-A934-4DCA-8219-9A1FBE6438F7}"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7A02D7F-A36C-4B41-BA58-8194072FF345}" type="doc">
      <dgm:prSet loTypeId="urn:microsoft.com/office/officeart/2005/8/layout/vList6" loCatId="list" qsTypeId="urn:microsoft.com/office/officeart/2005/8/quickstyle/simple1" qsCatId="simple" csTypeId="urn:microsoft.com/office/officeart/2005/8/colors/colorful1#5" csCatId="colorful" phldr="1"/>
      <dgm:spPr/>
      <dgm:t>
        <a:bodyPr/>
        <a:lstStyle/>
        <a:p>
          <a:endParaRPr lang="es-PE"/>
        </a:p>
      </dgm:t>
    </dgm:pt>
    <dgm:pt modelId="{8BB6E410-C803-46E3-AEE9-6DD104C8A5A6}">
      <dgm:prSet phldrT="[Texto]"/>
      <dgm:spPr/>
      <dgm:t>
        <a:bodyPr/>
        <a:lstStyle/>
        <a:p>
          <a:r>
            <a:rPr lang="es-ES_tradnl" dirty="0"/>
            <a:t>FROM</a:t>
          </a:r>
          <a:endParaRPr lang="es-PE" dirty="0"/>
        </a:p>
      </dgm:t>
    </dgm:pt>
    <dgm:pt modelId="{7A4FE715-A884-4189-AE2B-70E216CE3BE8}" type="parTrans" cxnId="{96CD5F71-EC40-469E-93D4-8E28A9699410}">
      <dgm:prSet/>
      <dgm:spPr/>
      <dgm:t>
        <a:bodyPr/>
        <a:lstStyle/>
        <a:p>
          <a:endParaRPr lang="es-PE"/>
        </a:p>
      </dgm:t>
    </dgm:pt>
    <dgm:pt modelId="{887AEC75-46E4-4C10-9B6E-F4DB6D50E7B5}" type="sibTrans" cxnId="{96CD5F71-EC40-469E-93D4-8E28A9699410}">
      <dgm:prSet/>
      <dgm:spPr/>
      <dgm:t>
        <a:bodyPr/>
        <a:lstStyle/>
        <a:p>
          <a:endParaRPr lang="es-PE"/>
        </a:p>
      </dgm:t>
    </dgm:pt>
    <dgm:pt modelId="{3307B264-00B3-4BE6-9A17-08C8E43A4F23}">
      <dgm:prSet phldrT="[Texto]"/>
      <dgm:spPr/>
      <dgm:t>
        <a:bodyPr/>
        <a:lstStyle/>
        <a:p>
          <a:r>
            <a:rPr lang="es-ES_tradnl" dirty="0"/>
            <a:t>Especifica la tabla de la cual se van a seleccionar los registros.</a:t>
          </a:r>
          <a:endParaRPr lang="es-PE" dirty="0"/>
        </a:p>
      </dgm:t>
    </dgm:pt>
    <dgm:pt modelId="{10941B0D-02C2-421F-BA36-6C15E298636A}" type="parTrans" cxnId="{F0E2E46B-0035-4B04-91D7-34F568FD32BF}">
      <dgm:prSet/>
      <dgm:spPr/>
      <dgm:t>
        <a:bodyPr/>
        <a:lstStyle/>
        <a:p>
          <a:endParaRPr lang="es-PE"/>
        </a:p>
      </dgm:t>
    </dgm:pt>
    <dgm:pt modelId="{04EB2CF7-4607-48EE-9148-4CFD57F50AC0}" type="sibTrans" cxnId="{F0E2E46B-0035-4B04-91D7-34F568FD32BF}">
      <dgm:prSet/>
      <dgm:spPr/>
      <dgm:t>
        <a:bodyPr/>
        <a:lstStyle/>
        <a:p>
          <a:endParaRPr lang="es-PE"/>
        </a:p>
      </dgm:t>
    </dgm:pt>
    <dgm:pt modelId="{AFB0F299-D135-4F70-AC1C-DB7982098021}">
      <dgm:prSet phldrT="[Texto]"/>
      <dgm:spPr/>
      <dgm:t>
        <a:bodyPr/>
        <a:lstStyle/>
        <a:p>
          <a:r>
            <a:rPr lang="es-ES_tradnl" dirty="0"/>
            <a:t>WHERE</a:t>
          </a:r>
          <a:endParaRPr lang="es-PE" dirty="0"/>
        </a:p>
      </dgm:t>
    </dgm:pt>
    <dgm:pt modelId="{7AC7D058-E1BD-42A0-9623-FFDFBE10C89A}" type="parTrans" cxnId="{42BAD50E-DE50-4D9C-801A-73210D731930}">
      <dgm:prSet/>
      <dgm:spPr/>
      <dgm:t>
        <a:bodyPr/>
        <a:lstStyle/>
        <a:p>
          <a:endParaRPr lang="es-PE"/>
        </a:p>
      </dgm:t>
    </dgm:pt>
    <dgm:pt modelId="{41C8B660-A191-49BC-8165-306F9526181F}" type="sibTrans" cxnId="{42BAD50E-DE50-4D9C-801A-73210D731930}">
      <dgm:prSet/>
      <dgm:spPr/>
      <dgm:t>
        <a:bodyPr/>
        <a:lstStyle/>
        <a:p>
          <a:endParaRPr lang="es-PE"/>
        </a:p>
      </dgm:t>
    </dgm:pt>
    <dgm:pt modelId="{877AD850-D2AD-4395-B6F2-36A377F7A304}">
      <dgm:prSet phldrT="[Texto]"/>
      <dgm:spPr/>
      <dgm:t>
        <a:bodyPr/>
        <a:lstStyle/>
        <a:p>
          <a:r>
            <a:rPr lang="es-ES_tradnl" dirty="0"/>
            <a:t>Especifica las condiciones que deben de reunir los registros. </a:t>
          </a:r>
          <a:endParaRPr lang="es-PE" dirty="0"/>
        </a:p>
      </dgm:t>
    </dgm:pt>
    <dgm:pt modelId="{6FF4BB10-C40F-4CD5-B4FC-576F11EE65FD}" type="parTrans" cxnId="{B2946847-833B-433D-9C1A-D5BE780AF7C7}">
      <dgm:prSet/>
      <dgm:spPr/>
      <dgm:t>
        <a:bodyPr/>
        <a:lstStyle/>
        <a:p>
          <a:endParaRPr lang="es-PE"/>
        </a:p>
      </dgm:t>
    </dgm:pt>
    <dgm:pt modelId="{875CBDD7-846D-4C3E-AE95-D06C280A0AC1}" type="sibTrans" cxnId="{B2946847-833B-433D-9C1A-D5BE780AF7C7}">
      <dgm:prSet/>
      <dgm:spPr/>
      <dgm:t>
        <a:bodyPr/>
        <a:lstStyle/>
        <a:p>
          <a:endParaRPr lang="es-PE"/>
        </a:p>
      </dgm:t>
    </dgm:pt>
    <dgm:pt modelId="{1961CA25-3861-4B76-B8D4-C173C270B78A}">
      <dgm:prSet phldrT="[Texto]"/>
      <dgm:spPr/>
      <dgm:t>
        <a:bodyPr/>
        <a:lstStyle/>
        <a:p>
          <a:r>
            <a:rPr lang="es-ES_tradnl" dirty="0"/>
            <a:t>GROUP BY</a:t>
          </a:r>
          <a:endParaRPr lang="es-PE" dirty="0"/>
        </a:p>
      </dgm:t>
    </dgm:pt>
    <dgm:pt modelId="{FD88D0BD-A9DD-4A41-A1AF-A98DBD35BBA0}" type="parTrans" cxnId="{850A6891-9874-444C-BCDD-451023E8BF1B}">
      <dgm:prSet/>
      <dgm:spPr/>
      <dgm:t>
        <a:bodyPr/>
        <a:lstStyle/>
        <a:p>
          <a:endParaRPr lang="es-PE"/>
        </a:p>
      </dgm:t>
    </dgm:pt>
    <dgm:pt modelId="{EFE479A6-A2D1-4A80-9395-6DEEDB11FF1D}" type="sibTrans" cxnId="{850A6891-9874-444C-BCDD-451023E8BF1B}">
      <dgm:prSet/>
      <dgm:spPr/>
      <dgm:t>
        <a:bodyPr/>
        <a:lstStyle/>
        <a:p>
          <a:endParaRPr lang="es-PE"/>
        </a:p>
      </dgm:t>
    </dgm:pt>
    <dgm:pt modelId="{48C29884-2200-435A-8E7E-E47B3C3856BC}">
      <dgm:prSet phldrT="[Texto]"/>
      <dgm:spPr/>
      <dgm:t>
        <a:bodyPr/>
        <a:lstStyle/>
        <a:p>
          <a:r>
            <a:rPr lang="es-ES_tradnl" dirty="0"/>
            <a:t>Ordena los registros seleccionados de acuerdo a un orden especifico.</a:t>
          </a:r>
          <a:endParaRPr lang="es-PE" dirty="0"/>
        </a:p>
      </dgm:t>
    </dgm:pt>
    <dgm:pt modelId="{F05237FE-5384-435E-8476-04EBF9A2EAF3}" type="parTrans" cxnId="{06EAD0F2-AC50-4A0E-A9A3-9B29381F16F8}">
      <dgm:prSet/>
      <dgm:spPr/>
      <dgm:t>
        <a:bodyPr/>
        <a:lstStyle/>
        <a:p>
          <a:endParaRPr lang="es-PE"/>
        </a:p>
      </dgm:t>
    </dgm:pt>
    <dgm:pt modelId="{0C8C0C2D-D729-4A60-ABBF-7F764333B264}" type="sibTrans" cxnId="{06EAD0F2-AC50-4A0E-A9A3-9B29381F16F8}">
      <dgm:prSet/>
      <dgm:spPr/>
      <dgm:t>
        <a:bodyPr/>
        <a:lstStyle/>
        <a:p>
          <a:endParaRPr lang="es-PE"/>
        </a:p>
      </dgm:t>
    </dgm:pt>
    <dgm:pt modelId="{7B21F89A-6C32-4419-9E08-77FB84916A6B}">
      <dgm:prSet phldrT="[Texto]" custT="1"/>
      <dgm:spPr/>
      <dgm:t>
        <a:bodyPr/>
        <a:lstStyle/>
        <a:p>
          <a:r>
            <a:rPr lang="es-ES_tradnl" sz="2400" dirty="0"/>
            <a:t>Separa los registros seleccionados a grupos específicos.</a:t>
          </a:r>
          <a:endParaRPr lang="es-PE" sz="2400" dirty="0"/>
        </a:p>
      </dgm:t>
    </dgm:pt>
    <dgm:pt modelId="{638C4A75-DE3C-4ABC-9267-6FADC389D5DF}" type="parTrans" cxnId="{6E182B1B-343C-4D78-BB44-D1BA56D363A6}">
      <dgm:prSet/>
      <dgm:spPr/>
      <dgm:t>
        <a:bodyPr/>
        <a:lstStyle/>
        <a:p>
          <a:endParaRPr lang="es-PE"/>
        </a:p>
      </dgm:t>
    </dgm:pt>
    <dgm:pt modelId="{2AA4037A-9140-4218-9835-5AF221EA8544}" type="sibTrans" cxnId="{6E182B1B-343C-4D78-BB44-D1BA56D363A6}">
      <dgm:prSet/>
      <dgm:spPr/>
      <dgm:t>
        <a:bodyPr/>
        <a:lstStyle/>
        <a:p>
          <a:endParaRPr lang="es-PE"/>
        </a:p>
      </dgm:t>
    </dgm:pt>
    <dgm:pt modelId="{748942E2-8DD3-4C39-89A0-AAC86926EE2B}">
      <dgm:prSet phldrT="[Texto]"/>
      <dgm:spPr/>
      <dgm:t>
        <a:bodyPr/>
        <a:lstStyle/>
        <a:p>
          <a:r>
            <a:rPr lang="es-ES_tradnl" dirty="0"/>
            <a:t>HAVING</a:t>
          </a:r>
          <a:endParaRPr lang="es-PE" dirty="0"/>
        </a:p>
      </dgm:t>
    </dgm:pt>
    <dgm:pt modelId="{9FE19284-ED7C-44E8-AD0E-4335D4F4A9EF}" type="parTrans" cxnId="{82ACF40A-1AE4-452C-BC3A-91E4E20F04B9}">
      <dgm:prSet/>
      <dgm:spPr/>
      <dgm:t>
        <a:bodyPr/>
        <a:lstStyle/>
        <a:p>
          <a:endParaRPr lang="es-PE"/>
        </a:p>
      </dgm:t>
    </dgm:pt>
    <dgm:pt modelId="{666CD5E3-350B-4947-97CB-91F8BC604AEB}" type="sibTrans" cxnId="{82ACF40A-1AE4-452C-BC3A-91E4E20F04B9}">
      <dgm:prSet/>
      <dgm:spPr/>
      <dgm:t>
        <a:bodyPr/>
        <a:lstStyle/>
        <a:p>
          <a:endParaRPr lang="es-PE"/>
        </a:p>
      </dgm:t>
    </dgm:pt>
    <dgm:pt modelId="{67D46CE4-2556-4E95-BE7C-05434C0E119D}">
      <dgm:prSet phldrT="[Texto]"/>
      <dgm:spPr/>
      <dgm:t>
        <a:bodyPr/>
        <a:lstStyle/>
        <a:p>
          <a:r>
            <a:rPr lang="es-ES_tradnl" dirty="0"/>
            <a:t>Expresa la condición que satisface cada grupo.</a:t>
          </a:r>
          <a:endParaRPr lang="es-PE" dirty="0"/>
        </a:p>
      </dgm:t>
    </dgm:pt>
    <dgm:pt modelId="{6558C8D2-BDBA-41D0-9549-FECF9C22144B}" type="parTrans" cxnId="{845A9B84-9ADC-4DA0-9B70-0300F1571476}">
      <dgm:prSet/>
      <dgm:spPr/>
      <dgm:t>
        <a:bodyPr/>
        <a:lstStyle/>
        <a:p>
          <a:endParaRPr lang="es-PE"/>
        </a:p>
      </dgm:t>
    </dgm:pt>
    <dgm:pt modelId="{F1528360-078D-48BD-9E12-B004566ACF2A}" type="sibTrans" cxnId="{845A9B84-9ADC-4DA0-9B70-0300F1571476}">
      <dgm:prSet/>
      <dgm:spPr/>
      <dgm:t>
        <a:bodyPr/>
        <a:lstStyle/>
        <a:p>
          <a:endParaRPr lang="es-PE"/>
        </a:p>
      </dgm:t>
    </dgm:pt>
    <dgm:pt modelId="{72775371-5116-4635-BFBD-4FD5DE9E0276}">
      <dgm:prSet phldrT="[Texto]"/>
      <dgm:spPr/>
      <dgm:t>
        <a:bodyPr/>
        <a:lstStyle/>
        <a:p>
          <a:r>
            <a:rPr lang="es-ES_tradnl" dirty="0"/>
            <a:t>ORDER BY</a:t>
          </a:r>
          <a:endParaRPr lang="es-PE" dirty="0"/>
        </a:p>
      </dgm:t>
    </dgm:pt>
    <dgm:pt modelId="{E263D1E5-BA38-495E-8FBF-5B8B624732A6}" type="parTrans" cxnId="{28559F60-A1FE-4EEE-B1DF-F05D63025BBF}">
      <dgm:prSet/>
      <dgm:spPr/>
      <dgm:t>
        <a:bodyPr/>
        <a:lstStyle/>
        <a:p>
          <a:endParaRPr lang="es-PE"/>
        </a:p>
      </dgm:t>
    </dgm:pt>
    <dgm:pt modelId="{F51B228F-FB3F-483C-8EB8-BBF2E5B36AC0}" type="sibTrans" cxnId="{28559F60-A1FE-4EEE-B1DF-F05D63025BBF}">
      <dgm:prSet/>
      <dgm:spPr/>
      <dgm:t>
        <a:bodyPr/>
        <a:lstStyle/>
        <a:p>
          <a:endParaRPr lang="es-PE"/>
        </a:p>
      </dgm:t>
    </dgm:pt>
    <dgm:pt modelId="{050D143A-B26E-48AA-B05D-767A685ACCFD}" type="pres">
      <dgm:prSet presAssocID="{07A02D7F-A36C-4B41-BA58-8194072FF345}" presName="Name0" presStyleCnt="0">
        <dgm:presLayoutVars>
          <dgm:dir/>
          <dgm:animLvl val="lvl"/>
          <dgm:resizeHandles/>
        </dgm:presLayoutVars>
      </dgm:prSet>
      <dgm:spPr/>
    </dgm:pt>
    <dgm:pt modelId="{3961B17C-9A70-439E-B114-9F6303E58B15}" type="pres">
      <dgm:prSet presAssocID="{8BB6E410-C803-46E3-AEE9-6DD104C8A5A6}" presName="linNode" presStyleCnt="0"/>
      <dgm:spPr/>
    </dgm:pt>
    <dgm:pt modelId="{C78B8F6A-F181-4E1B-895D-26D87693F5B9}" type="pres">
      <dgm:prSet presAssocID="{8BB6E410-C803-46E3-AEE9-6DD104C8A5A6}" presName="parentShp" presStyleLbl="node1" presStyleIdx="0" presStyleCnt="5" custScaleX="61616">
        <dgm:presLayoutVars>
          <dgm:bulletEnabled val="1"/>
        </dgm:presLayoutVars>
      </dgm:prSet>
      <dgm:spPr/>
    </dgm:pt>
    <dgm:pt modelId="{3606CD6C-B110-481B-AF53-ACEE5A002F34}" type="pres">
      <dgm:prSet presAssocID="{8BB6E410-C803-46E3-AEE9-6DD104C8A5A6}" presName="childShp" presStyleLbl="bgAccFollowNode1" presStyleIdx="0" presStyleCnt="5" custScaleX="118855">
        <dgm:presLayoutVars>
          <dgm:bulletEnabled val="1"/>
        </dgm:presLayoutVars>
      </dgm:prSet>
      <dgm:spPr/>
    </dgm:pt>
    <dgm:pt modelId="{07F87567-E253-44E1-8134-E011949C8F84}" type="pres">
      <dgm:prSet presAssocID="{887AEC75-46E4-4C10-9B6E-F4DB6D50E7B5}" presName="spacing" presStyleCnt="0"/>
      <dgm:spPr/>
    </dgm:pt>
    <dgm:pt modelId="{E47DD22E-7AA0-483B-8BE5-7F767AA9748B}" type="pres">
      <dgm:prSet presAssocID="{AFB0F299-D135-4F70-AC1C-DB7982098021}" presName="linNode" presStyleCnt="0"/>
      <dgm:spPr/>
    </dgm:pt>
    <dgm:pt modelId="{36D54D7B-F8A7-4891-A7AC-730680B54655}" type="pres">
      <dgm:prSet presAssocID="{AFB0F299-D135-4F70-AC1C-DB7982098021}" presName="parentShp" presStyleLbl="node1" presStyleIdx="1" presStyleCnt="5" custScaleX="61616">
        <dgm:presLayoutVars>
          <dgm:bulletEnabled val="1"/>
        </dgm:presLayoutVars>
      </dgm:prSet>
      <dgm:spPr/>
    </dgm:pt>
    <dgm:pt modelId="{A804BBFC-9EF4-493D-A09D-81E211D2EAF9}" type="pres">
      <dgm:prSet presAssocID="{AFB0F299-D135-4F70-AC1C-DB7982098021}" presName="childShp" presStyleLbl="bgAccFollowNode1" presStyleIdx="1" presStyleCnt="5" custScaleX="118855">
        <dgm:presLayoutVars>
          <dgm:bulletEnabled val="1"/>
        </dgm:presLayoutVars>
      </dgm:prSet>
      <dgm:spPr/>
    </dgm:pt>
    <dgm:pt modelId="{E6A9A8D8-CBAD-4CB9-8136-9A627D2CFDC0}" type="pres">
      <dgm:prSet presAssocID="{41C8B660-A191-49BC-8165-306F9526181F}" presName="spacing" presStyleCnt="0"/>
      <dgm:spPr/>
    </dgm:pt>
    <dgm:pt modelId="{D20CC3C5-91D4-4575-A3BE-D456EB0E61C5}" type="pres">
      <dgm:prSet presAssocID="{1961CA25-3861-4B76-B8D4-C173C270B78A}" presName="linNode" presStyleCnt="0"/>
      <dgm:spPr/>
    </dgm:pt>
    <dgm:pt modelId="{7E695A18-88FC-4EDD-880E-FFB32AA706CD}" type="pres">
      <dgm:prSet presAssocID="{1961CA25-3861-4B76-B8D4-C173C270B78A}" presName="parentShp" presStyleLbl="node1" presStyleIdx="2" presStyleCnt="5" custScaleX="61616">
        <dgm:presLayoutVars>
          <dgm:bulletEnabled val="1"/>
        </dgm:presLayoutVars>
      </dgm:prSet>
      <dgm:spPr/>
    </dgm:pt>
    <dgm:pt modelId="{01DBD31C-60EB-454A-8D0C-64897D76F227}" type="pres">
      <dgm:prSet presAssocID="{1961CA25-3861-4B76-B8D4-C173C270B78A}" presName="childShp" presStyleLbl="bgAccFollowNode1" presStyleIdx="2" presStyleCnt="5" custScaleX="118855">
        <dgm:presLayoutVars>
          <dgm:bulletEnabled val="1"/>
        </dgm:presLayoutVars>
      </dgm:prSet>
      <dgm:spPr/>
    </dgm:pt>
    <dgm:pt modelId="{A5E64950-0289-4AD6-8592-4B2ABF5E0D80}" type="pres">
      <dgm:prSet presAssocID="{EFE479A6-A2D1-4A80-9395-6DEEDB11FF1D}" presName="spacing" presStyleCnt="0"/>
      <dgm:spPr/>
    </dgm:pt>
    <dgm:pt modelId="{A275956A-6BEB-4C25-A583-447491074C6F}" type="pres">
      <dgm:prSet presAssocID="{748942E2-8DD3-4C39-89A0-AAC86926EE2B}" presName="linNode" presStyleCnt="0"/>
      <dgm:spPr/>
    </dgm:pt>
    <dgm:pt modelId="{8973BAFE-961C-4ABA-8F9B-08F25C497787}" type="pres">
      <dgm:prSet presAssocID="{748942E2-8DD3-4C39-89A0-AAC86926EE2B}" presName="parentShp" presStyleLbl="node1" presStyleIdx="3" presStyleCnt="5" custScaleX="61616">
        <dgm:presLayoutVars>
          <dgm:bulletEnabled val="1"/>
        </dgm:presLayoutVars>
      </dgm:prSet>
      <dgm:spPr/>
    </dgm:pt>
    <dgm:pt modelId="{BE1B9FE3-45E5-4B02-BC3C-0403944F5A27}" type="pres">
      <dgm:prSet presAssocID="{748942E2-8DD3-4C39-89A0-AAC86926EE2B}" presName="childShp" presStyleLbl="bgAccFollowNode1" presStyleIdx="3" presStyleCnt="5" custScaleX="118855">
        <dgm:presLayoutVars>
          <dgm:bulletEnabled val="1"/>
        </dgm:presLayoutVars>
      </dgm:prSet>
      <dgm:spPr/>
    </dgm:pt>
    <dgm:pt modelId="{F6CBA2D6-E595-4504-8FCB-B0CDA2C98DBE}" type="pres">
      <dgm:prSet presAssocID="{666CD5E3-350B-4947-97CB-91F8BC604AEB}" presName="spacing" presStyleCnt="0"/>
      <dgm:spPr/>
    </dgm:pt>
    <dgm:pt modelId="{10195DD4-7762-433F-8C69-F069C9CC9708}" type="pres">
      <dgm:prSet presAssocID="{72775371-5116-4635-BFBD-4FD5DE9E0276}" presName="linNode" presStyleCnt="0"/>
      <dgm:spPr/>
    </dgm:pt>
    <dgm:pt modelId="{B1F0375D-E495-4A74-9D57-30E95F5770C0}" type="pres">
      <dgm:prSet presAssocID="{72775371-5116-4635-BFBD-4FD5DE9E0276}" presName="parentShp" presStyleLbl="node1" presStyleIdx="4" presStyleCnt="5" custScaleX="61616">
        <dgm:presLayoutVars>
          <dgm:bulletEnabled val="1"/>
        </dgm:presLayoutVars>
      </dgm:prSet>
      <dgm:spPr/>
    </dgm:pt>
    <dgm:pt modelId="{C9ED5FDC-74C2-4F30-81E7-5941E76EA295}" type="pres">
      <dgm:prSet presAssocID="{72775371-5116-4635-BFBD-4FD5DE9E0276}" presName="childShp" presStyleLbl="bgAccFollowNode1" presStyleIdx="4" presStyleCnt="5" custScaleX="118855">
        <dgm:presLayoutVars>
          <dgm:bulletEnabled val="1"/>
        </dgm:presLayoutVars>
      </dgm:prSet>
      <dgm:spPr/>
    </dgm:pt>
  </dgm:ptLst>
  <dgm:cxnLst>
    <dgm:cxn modelId="{82ACF40A-1AE4-452C-BC3A-91E4E20F04B9}" srcId="{07A02D7F-A36C-4B41-BA58-8194072FF345}" destId="{748942E2-8DD3-4C39-89A0-AAC86926EE2B}" srcOrd="3" destOrd="0" parTransId="{9FE19284-ED7C-44E8-AD0E-4335D4F4A9EF}" sibTransId="{666CD5E3-350B-4947-97CB-91F8BC604AEB}"/>
    <dgm:cxn modelId="{42BAD50E-DE50-4D9C-801A-73210D731930}" srcId="{07A02D7F-A36C-4B41-BA58-8194072FF345}" destId="{AFB0F299-D135-4F70-AC1C-DB7982098021}" srcOrd="1" destOrd="0" parTransId="{7AC7D058-E1BD-42A0-9623-FFDFBE10C89A}" sibTransId="{41C8B660-A191-49BC-8165-306F9526181F}"/>
    <dgm:cxn modelId="{6E182B1B-343C-4D78-BB44-D1BA56D363A6}" srcId="{1961CA25-3861-4B76-B8D4-C173C270B78A}" destId="{7B21F89A-6C32-4419-9E08-77FB84916A6B}" srcOrd="0" destOrd="0" parTransId="{638C4A75-DE3C-4ABC-9267-6FADC389D5DF}" sibTransId="{2AA4037A-9140-4218-9835-5AF221EA8544}"/>
    <dgm:cxn modelId="{28559F60-A1FE-4EEE-B1DF-F05D63025BBF}" srcId="{07A02D7F-A36C-4B41-BA58-8194072FF345}" destId="{72775371-5116-4635-BFBD-4FD5DE9E0276}" srcOrd="4" destOrd="0" parTransId="{E263D1E5-BA38-495E-8FBF-5B8B624732A6}" sibTransId="{F51B228F-FB3F-483C-8EB8-BBF2E5B36AC0}"/>
    <dgm:cxn modelId="{B2946847-833B-433D-9C1A-D5BE780AF7C7}" srcId="{AFB0F299-D135-4F70-AC1C-DB7982098021}" destId="{877AD850-D2AD-4395-B6F2-36A377F7A304}" srcOrd="0" destOrd="0" parTransId="{6FF4BB10-C40F-4CD5-B4FC-576F11EE65FD}" sibTransId="{875CBDD7-846D-4C3E-AE95-D06C280A0AC1}"/>
    <dgm:cxn modelId="{F0E2E46B-0035-4B04-91D7-34F568FD32BF}" srcId="{8BB6E410-C803-46E3-AEE9-6DD104C8A5A6}" destId="{3307B264-00B3-4BE6-9A17-08C8E43A4F23}" srcOrd="0" destOrd="0" parTransId="{10941B0D-02C2-421F-BA36-6C15E298636A}" sibTransId="{04EB2CF7-4607-48EE-9148-4CFD57F50AC0}"/>
    <dgm:cxn modelId="{96CD5F71-EC40-469E-93D4-8E28A9699410}" srcId="{07A02D7F-A36C-4B41-BA58-8194072FF345}" destId="{8BB6E410-C803-46E3-AEE9-6DD104C8A5A6}" srcOrd="0" destOrd="0" parTransId="{7A4FE715-A884-4189-AE2B-70E216CE3BE8}" sibTransId="{887AEC75-46E4-4C10-9B6E-F4DB6D50E7B5}"/>
    <dgm:cxn modelId="{47420C74-648B-4AFE-98B1-68BBC832846B}" type="presOf" srcId="{1961CA25-3861-4B76-B8D4-C173C270B78A}" destId="{7E695A18-88FC-4EDD-880E-FFB32AA706CD}" srcOrd="0" destOrd="0" presId="urn:microsoft.com/office/officeart/2005/8/layout/vList6"/>
    <dgm:cxn modelId="{5E96F882-0D81-4599-B97D-C13FBBD31A41}" type="presOf" srcId="{748942E2-8DD3-4C39-89A0-AAC86926EE2B}" destId="{8973BAFE-961C-4ABA-8F9B-08F25C497787}" srcOrd="0" destOrd="0" presId="urn:microsoft.com/office/officeart/2005/8/layout/vList6"/>
    <dgm:cxn modelId="{845A9B84-9ADC-4DA0-9B70-0300F1571476}" srcId="{748942E2-8DD3-4C39-89A0-AAC86926EE2B}" destId="{67D46CE4-2556-4E95-BE7C-05434C0E119D}" srcOrd="0" destOrd="0" parTransId="{6558C8D2-BDBA-41D0-9549-FECF9C22144B}" sibTransId="{F1528360-078D-48BD-9E12-B004566ACF2A}"/>
    <dgm:cxn modelId="{E759A08A-FFE0-4C80-A474-948FECA183B6}" type="presOf" srcId="{8BB6E410-C803-46E3-AEE9-6DD104C8A5A6}" destId="{C78B8F6A-F181-4E1B-895D-26D87693F5B9}" srcOrd="0" destOrd="0" presId="urn:microsoft.com/office/officeart/2005/8/layout/vList6"/>
    <dgm:cxn modelId="{850A6891-9874-444C-BCDD-451023E8BF1B}" srcId="{07A02D7F-A36C-4B41-BA58-8194072FF345}" destId="{1961CA25-3861-4B76-B8D4-C173C270B78A}" srcOrd="2" destOrd="0" parTransId="{FD88D0BD-A9DD-4A41-A1AF-A98DBD35BBA0}" sibTransId="{EFE479A6-A2D1-4A80-9395-6DEEDB11FF1D}"/>
    <dgm:cxn modelId="{4B5FB598-1348-49D4-BEA6-1A77256A6BB0}" type="presOf" srcId="{72775371-5116-4635-BFBD-4FD5DE9E0276}" destId="{B1F0375D-E495-4A74-9D57-30E95F5770C0}" srcOrd="0" destOrd="0" presId="urn:microsoft.com/office/officeart/2005/8/layout/vList6"/>
    <dgm:cxn modelId="{C1053EA6-22E0-40F8-82F0-4A236E2BB9BF}" type="presOf" srcId="{AFB0F299-D135-4F70-AC1C-DB7982098021}" destId="{36D54D7B-F8A7-4891-A7AC-730680B54655}" srcOrd="0" destOrd="0" presId="urn:microsoft.com/office/officeart/2005/8/layout/vList6"/>
    <dgm:cxn modelId="{04BF79A7-F729-446B-AF7F-0E80F063E398}" type="presOf" srcId="{877AD850-D2AD-4395-B6F2-36A377F7A304}" destId="{A804BBFC-9EF4-493D-A09D-81E211D2EAF9}" srcOrd="0" destOrd="0" presId="urn:microsoft.com/office/officeart/2005/8/layout/vList6"/>
    <dgm:cxn modelId="{D6D7BFAC-06F4-47BD-91FC-49B2F64D7CBC}" type="presOf" srcId="{3307B264-00B3-4BE6-9A17-08C8E43A4F23}" destId="{3606CD6C-B110-481B-AF53-ACEE5A002F34}" srcOrd="0" destOrd="0" presId="urn:microsoft.com/office/officeart/2005/8/layout/vList6"/>
    <dgm:cxn modelId="{CA0063B2-7696-4AC7-B775-024998275AAD}" type="presOf" srcId="{67D46CE4-2556-4E95-BE7C-05434C0E119D}" destId="{BE1B9FE3-45E5-4B02-BC3C-0403944F5A27}" srcOrd="0" destOrd="0" presId="urn:microsoft.com/office/officeart/2005/8/layout/vList6"/>
    <dgm:cxn modelId="{166B7CBC-86F2-45B5-93E7-AAF610ED2B09}" type="presOf" srcId="{48C29884-2200-435A-8E7E-E47B3C3856BC}" destId="{C9ED5FDC-74C2-4F30-81E7-5941E76EA295}" srcOrd="0" destOrd="0" presId="urn:microsoft.com/office/officeart/2005/8/layout/vList6"/>
    <dgm:cxn modelId="{06EAD0F2-AC50-4A0E-A9A3-9B29381F16F8}" srcId="{72775371-5116-4635-BFBD-4FD5DE9E0276}" destId="{48C29884-2200-435A-8E7E-E47B3C3856BC}" srcOrd="0" destOrd="0" parTransId="{F05237FE-5384-435E-8476-04EBF9A2EAF3}" sibTransId="{0C8C0C2D-D729-4A60-ABBF-7F764333B264}"/>
    <dgm:cxn modelId="{B00AE5F8-D9B0-4784-B14D-3E568D67D1C6}" type="presOf" srcId="{07A02D7F-A36C-4B41-BA58-8194072FF345}" destId="{050D143A-B26E-48AA-B05D-767A685ACCFD}" srcOrd="0" destOrd="0" presId="urn:microsoft.com/office/officeart/2005/8/layout/vList6"/>
    <dgm:cxn modelId="{BA7EFCFC-2191-4200-88D0-BD8992C0038B}" type="presOf" srcId="{7B21F89A-6C32-4419-9E08-77FB84916A6B}" destId="{01DBD31C-60EB-454A-8D0C-64897D76F227}" srcOrd="0" destOrd="0" presId="urn:microsoft.com/office/officeart/2005/8/layout/vList6"/>
    <dgm:cxn modelId="{B161A447-B528-4ED9-AA74-3CF486A60136}" type="presParOf" srcId="{050D143A-B26E-48AA-B05D-767A685ACCFD}" destId="{3961B17C-9A70-439E-B114-9F6303E58B15}" srcOrd="0" destOrd="0" presId="urn:microsoft.com/office/officeart/2005/8/layout/vList6"/>
    <dgm:cxn modelId="{9E86D532-4536-453C-89B8-553B2034835D}" type="presParOf" srcId="{3961B17C-9A70-439E-B114-9F6303E58B15}" destId="{C78B8F6A-F181-4E1B-895D-26D87693F5B9}" srcOrd="0" destOrd="0" presId="urn:microsoft.com/office/officeart/2005/8/layout/vList6"/>
    <dgm:cxn modelId="{A429A76F-94FC-411B-B90B-8AD2165D7177}" type="presParOf" srcId="{3961B17C-9A70-439E-B114-9F6303E58B15}" destId="{3606CD6C-B110-481B-AF53-ACEE5A002F34}" srcOrd="1" destOrd="0" presId="urn:microsoft.com/office/officeart/2005/8/layout/vList6"/>
    <dgm:cxn modelId="{36929319-B418-42E8-AA0A-1B7F22EB2AB1}" type="presParOf" srcId="{050D143A-B26E-48AA-B05D-767A685ACCFD}" destId="{07F87567-E253-44E1-8134-E011949C8F84}" srcOrd="1" destOrd="0" presId="urn:microsoft.com/office/officeart/2005/8/layout/vList6"/>
    <dgm:cxn modelId="{EE0F8FA2-8AA2-4FA5-9004-8532277E8840}" type="presParOf" srcId="{050D143A-B26E-48AA-B05D-767A685ACCFD}" destId="{E47DD22E-7AA0-483B-8BE5-7F767AA9748B}" srcOrd="2" destOrd="0" presId="urn:microsoft.com/office/officeart/2005/8/layout/vList6"/>
    <dgm:cxn modelId="{4DE92A32-15DA-4411-A5EC-2193F90AF374}" type="presParOf" srcId="{E47DD22E-7AA0-483B-8BE5-7F767AA9748B}" destId="{36D54D7B-F8A7-4891-A7AC-730680B54655}" srcOrd="0" destOrd="0" presId="urn:microsoft.com/office/officeart/2005/8/layout/vList6"/>
    <dgm:cxn modelId="{8B55583C-18A2-464D-A902-3C5D26CF551E}" type="presParOf" srcId="{E47DD22E-7AA0-483B-8BE5-7F767AA9748B}" destId="{A804BBFC-9EF4-493D-A09D-81E211D2EAF9}" srcOrd="1" destOrd="0" presId="urn:microsoft.com/office/officeart/2005/8/layout/vList6"/>
    <dgm:cxn modelId="{D181A85D-196D-45F3-A946-A06AC47D6E26}" type="presParOf" srcId="{050D143A-B26E-48AA-B05D-767A685ACCFD}" destId="{E6A9A8D8-CBAD-4CB9-8136-9A627D2CFDC0}" srcOrd="3" destOrd="0" presId="urn:microsoft.com/office/officeart/2005/8/layout/vList6"/>
    <dgm:cxn modelId="{C63C135E-E4A8-45F8-A3F0-0FF80D96464B}" type="presParOf" srcId="{050D143A-B26E-48AA-B05D-767A685ACCFD}" destId="{D20CC3C5-91D4-4575-A3BE-D456EB0E61C5}" srcOrd="4" destOrd="0" presId="urn:microsoft.com/office/officeart/2005/8/layout/vList6"/>
    <dgm:cxn modelId="{F7DBF408-114C-4979-8D01-DE5EE7A2F21B}" type="presParOf" srcId="{D20CC3C5-91D4-4575-A3BE-D456EB0E61C5}" destId="{7E695A18-88FC-4EDD-880E-FFB32AA706CD}" srcOrd="0" destOrd="0" presId="urn:microsoft.com/office/officeart/2005/8/layout/vList6"/>
    <dgm:cxn modelId="{390FA7BF-2D25-440B-AA4B-D5BB95196C68}" type="presParOf" srcId="{D20CC3C5-91D4-4575-A3BE-D456EB0E61C5}" destId="{01DBD31C-60EB-454A-8D0C-64897D76F227}" srcOrd="1" destOrd="0" presId="urn:microsoft.com/office/officeart/2005/8/layout/vList6"/>
    <dgm:cxn modelId="{1924992D-BF60-44B1-96BF-09D6CFA8BEB4}" type="presParOf" srcId="{050D143A-B26E-48AA-B05D-767A685ACCFD}" destId="{A5E64950-0289-4AD6-8592-4B2ABF5E0D80}" srcOrd="5" destOrd="0" presId="urn:microsoft.com/office/officeart/2005/8/layout/vList6"/>
    <dgm:cxn modelId="{791DAD34-3FCC-4B9A-89A3-73FB2DDE1200}" type="presParOf" srcId="{050D143A-B26E-48AA-B05D-767A685ACCFD}" destId="{A275956A-6BEB-4C25-A583-447491074C6F}" srcOrd="6" destOrd="0" presId="urn:microsoft.com/office/officeart/2005/8/layout/vList6"/>
    <dgm:cxn modelId="{BA695BE7-1AFE-4B07-BB50-E3EBE52D7D49}" type="presParOf" srcId="{A275956A-6BEB-4C25-A583-447491074C6F}" destId="{8973BAFE-961C-4ABA-8F9B-08F25C497787}" srcOrd="0" destOrd="0" presId="urn:microsoft.com/office/officeart/2005/8/layout/vList6"/>
    <dgm:cxn modelId="{79D452C2-C769-4A51-B79A-551F92CBC890}" type="presParOf" srcId="{A275956A-6BEB-4C25-A583-447491074C6F}" destId="{BE1B9FE3-45E5-4B02-BC3C-0403944F5A27}" srcOrd="1" destOrd="0" presId="urn:microsoft.com/office/officeart/2005/8/layout/vList6"/>
    <dgm:cxn modelId="{BBF4B6B9-1A0E-402D-A0DE-24B158551D34}" type="presParOf" srcId="{050D143A-B26E-48AA-B05D-767A685ACCFD}" destId="{F6CBA2D6-E595-4504-8FCB-B0CDA2C98DBE}" srcOrd="7" destOrd="0" presId="urn:microsoft.com/office/officeart/2005/8/layout/vList6"/>
    <dgm:cxn modelId="{0036212C-D3A2-40BB-9565-E4F3716A7504}" type="presParOf" srcId="{050D143A-B26E-48AA-B05D-767A685ACCFD}" destId="{10195DD4-7762-433F-8C69-F069C9CC9708}" srcOrd="8" destOrd="0" presId="urn:microsoft.com/office/officeart/2005/8/layout/vList6"/>
    <dgm:cxn modelId="{469B47F7-4DE1-4A22-A1CE-E73A208C2B12}" type="presParOf" srcId="{10195DD4-7762-433F-8C69-F069C9CC9708}" destId="{B1F0375D-E495-4A74-9D57-30E95F5770C0}" srcOrd="0" destOrd="0" presId="urn:microsoft.com/office/officeart/2005/8/layout/vList6"/>
    <dgm:cxn modelId="{101379E5-D04D-4B0A-8075-C472D1F8B96B}" type="presParOf" srcId="{10195DD4-7762-433F-8C69-F069C9CC9708}" destId="{C9ED5FDC-74C2-4F30-81E7-5941E76EA295}"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5FD78CA-A4A9-47E6-9DAE-8A69580C7917}" type="doc">
      <dgm:prSet loTypeId="urn:microsoft.com/office/officeart/2005/8/layout/gear1" loCatId="process" qsTypeId="urn:microsoft.com/office/officeart/2005/8/quickstyle/3d1" qsCatId="3D" csTypeId="urn:microsoft.com/office/officeart/2005/8/colors/colorful3" csCatId="colorful" phldr="1"/>
      <dgm:spPr/>
    </dgm:pt>
    <dgm:pt modelId="{0AB51B67-34B3-4FF2-99E7-5913F3A34301}">
      <dgm:prSet phldrT="[Texto]" custT="1"/>
      <dgm:spPr/>
      <dgm:t>
        <a:bodyPr/>
        <a:lstStyle/>
        <a:p>
          <a:r>
            <a:rPr lang="es-ES_tradnl" sz="2000" b="1" i="1" dirty="0">
              <a:solidFill>
                <a:schemeClr val="accent4">
                  <a:lumMod val="40000"/>
                  <a:lumOff val="60000"/>
                </a:schemeClr>
              </a:solidFill>
              <a:latin typeface="Lucida Handwriting" pitchFamily="66" charset="0"/>
            </a:rPr>
            <a:t>OPERADORES</a:t>
          </a:r>
          <a:endParaRPr lang="es-PE" sz="2000" b="1" i="1" dirty="0">
            <a:solidFill>
              <a:schemeClr val="accent4">
                <a:lumMod val="40000"/>
                <a:lumOff val="60000"/>
              </a:schemeClr>
            </a:solidFill>
            <a:latin typeface="Lucida Handwriting" pitchFamily="66" charset="0"/>
          </a:endParaRPr>
        </a:p>
      </dgm:t>
    </dgm:pt>
    <dgm:pt modelId="{AD6CAA3C-D731-4E25-AC89-7E11EB94ECF2}" type="parTrans" cxnId="{427030F6-A5BC-4841-BD23-210F58DC99AC}">
      <dgm:prSet/>
      <dgm:spPr/>
      <dgm:t>
        <a:bodyPr/>
        <a:lstStyle/>
        <a:p>
          <a:endParaRPr lang="es-PE"/>
        </a:p>
      </dgm:t>
    </dgm:pt>
    <dgm:pt modelId="{9584500E-D5B3-44B2-A631-76F4B2345931}" type="sibTrans" cxnId="{427030F6-A5BC-4841-BD23-210F58DC99AC}">
      <dgm:prSet/>
      <dgm:spPr/>
      <dgm:t>
        <a:bodyPr/>
        <a:lstStyle/>
        <a:p>
          <a:endParaRPr lang="es-PE"/>
        </a:p>
      </dgm:t>
    </dgm:pt>
    <dgm:pt modelId="{2E772824-5AE3-4DB0-889F-5709B1EB26BE}">
      <dgm:prSet phldrT="[Texto]"/>
      <dgm:spPr/>
      <dgm:t>
        <a:bodyPr/>
        <a:lstStyle/>
        <a:p>
          <a:r>
            <a:rPr lang="es-ES_tradnl" dirty="0"/>
            <a:t>OPERADORES</a:t>
          </a:r>
        </a:p>
        <a:p>
          <a:r>
            <a:rPr lang="es-ES_tradnl" dirty="0"/>
            <a:t>DE</a:t>
          </a:r>
        </a:p>
        <a:p>
          <a:r>
            <a:rPr lang="es-ES_tradnl" dirty="0"/>
            <a:t>COMPARACIÓN</a:t>
          </a:r>
          <a:endParaRPr lang="es-PE" dirty="0"/>
        </a:p>
      </dgm:t>
    </dgm:pt>
    <dgm:pt modelId="{70E4F98C-1750-4CC4-AD82-6996D10ECFE6}" type="parTrans" cxnId="{DE4F7F1D-A84E-4AB0-90B3-2D0354CC63C8}">
      <dgm:prSet/>
      <dgm:spPr/>
      <dgm:t>
        <a:bodyPr/>
        <a:lstStyle/>
        <a:p>
          <a:endParaRPr lang="es-PE"/>
        </a:p>
      </dgm:t>
    </dgm:pt>
    <dgm:pt modelId="{AE37D710-27A9-4228-9B0B-E629E45DD3E0}" type="sibTrans" cxnId="{DE4F7F1D-A84E-4AB0-90B3-2D0354CC63C8}">
      <dgm:prSet/>
      <dgm:spPr/>
      <dgm:t>
        <a:bodyPr/>
        <a:lstStyle/>
        <a:p>
          <a:endParaRPr lang="es-PE"/>
        </a:p>
      </dgm:t>
    </dgm:pt>
    <dgm:pt modelId="{ABF9557B-1818-4F07-B62F-B50C8FC8BDEF}">
      <dgm:prSet phldrT="[Texto]" custT="1"/>
      <dgm:spPr/>
      <dgm:t>
        <a:bodyPr/>
        <a:lstStyle/>
        <a:p>
          <a:r>
            <a:rPr lang="es-ES_tradnl" sz="1800" dirty="0"/>
            <a:t>OPERADORES</a:t>
          </a:r>
        </a:p>
        <a:p>
          <a:r>
            <a:rPr lang="es-ES_tradnl" sz="1800" dirty="0"/>
            <a:t>LÓGICOS</a:t>
          </a:r>
          <a:endParaRPr lang="es-PE" sz="1800" dirty="0"/>
        </a:p>
      </dgm:t>
    </dgm:pt>
    <dgm:pt modelId="{B002948D-3D1E-49F6-85E2-0B3AC277CC2B}" type="parTrans" cxnId="{8E7DA554-EFDA-476C-A26D-994E0E181E97}">
      <dgm:prSet/>
      <dgm:spPr/>
      <dgm:t>
        <a:bodyPr/>
        <a:lstStyle/>
        <a:p>
          <a:endParaRPr lang="es-PE"/>
        </a:p>
      </dgm:t>
    </dgm:pt>
    <dgm:pt modelId="{AFBFE897-A665-43DB-9993-F36D6BBF2961}" type="sibTrans" cxnId="{8E7DA554-EFDA-476C-A26D-994E0E181E97}">
      <dgm:prSet/>
      <dgm:spPr/>
      <dgm:t>
        <a:bodyPr/>
        <a:lstStyle/>
        <a:p>
          <a:endParaRPr lang="es-PE"/>
        </a:p>
      </dgm:t>
    </dgm:pt>
    <dgm:pt modelId="{DD0A599D-3565-45F4-836B-97D5E5F64E5E}" type="pres">
      <dgm:prSet presAssocID="{25FD78CA-A4A9-47E6-9DAE-8A69580C7917}" presName="composite" presStyleCnt="0">
        <dgm:presLayoutVars>
          <dgm:chMax val="3"/>
          <dgm:animLvl val="lvl"/>
          <dgm:resizeHandles val="exact"/>
        </dgm:presLayoutVars>
      </dgm:prSet>
      <dgm:spPr/>
    </dgm:pt>
    <dgm:pt modelId="{D30E8AB8-F5B5-49AC-A1F6-2C62064349BE}" type="pres">
      <dgm:prSet presAssocID="{0AB51B67-34B3-4FF2-99E7-5913F3A34301}" presName="gear1" presStyleLbl="node1" presStyleIdx="0" presStyleCnt="3" custScaleX="121818">
        <dgm:presLayoutVars>
          <dgm:chMax val="1"/>
          <dgm:bulletEnabled val="1"/>
        </dgm:presLayoutVars>
      </dgm:prSet>
      <dgm:spPr/>
    </dgm:pt>
    <dgm:pt modelId="{B9E66274-9E09-4F80-88EC-CB062927F87B}" type="pres">
      <dgm:prSet presAssocID="{0AB51B67-34B3-4FF2-99E7-5913F3A34301}" presName="gear1srcNode" presStyleLbl="node1" presStyleIdx="0" presStyleCnt="3"/>
      <dgm:spPr/>
    </dgm:pt>
    <dgm:pt modelId="{C2C925A5-B80F-4227-9BD5-DBF5BE3DDFDA}" type="pres">
      <dgm:prSet presAssocID="{0AB51B67-34B3-4FF2-99E7-5913F3A34301}" presName="gear1dstNode" presStyleLbl="node1" presStyleIdx="0" presStyleCnt="3"/>
      <dgm:spPr/>
    </dgm:pt>
    <dgm:pt modelId="{B4299ADD-F1FF-4F8A-9DAC-687666DF6A0E}" type="pres">
      <dgm:prSet presAssocID="{2E772824-5AE3-4DB0-889F-5709B1EB26BE}" presName="gear2" presStyleLbl="node1" presStyleIdx="1" presStyleCnt="3" custScaleX="121818" custLinFactNeighborX="-26772" custLinFactNeighborY="3513">
        <dgm:presLayoutVars>
          <dgm:chMax val="1"/>
          <dgm:bulletEnabled val="1"/>
        </dgm:presLayoutVars>
      </dgm:prSet>
      <dgm:spPr/>
    </dgm:pt>
    <dgm:pt modelId="{ABF01195-12D2-49A5-B250-FB597C9EE229}" type="pres">
      <dgm:prSet presAssocID="{2E772824-5AE3-4DB0-889F-5709B1EB26BE}" presName="gear2srcNode" presStyleLbl="node1" presStyleIdx="1" presStyleCnt="3"/>
      <dgm:spPr/>
    </dgm:pt>
    <dgm:pt modelId="{C7DDB181-C730-48FD-81E6-D6AC28D50CAD}" type="pres">
      <dgm:prSet presAssocID="{2E772824-5AE3-4DB0-889F-5709B1EB26BE}" presName="gear2dstNode" presStyleLbl="node1" presStyleIdx="1" presStyleCnt="3"/>
      <dgm:spPr/>
    </dgm:pt>
    <dgm:pt modelId="{9155EE44-FBF6-456B-AB59-CD93E19D63BE}" type="pres">
      <dgm:prSet presAssocID="{ABF9557B-1818-4F07-B62F-B50C8FC8BDEF}" presName="gear3" presStyleLbl="node1" presStyleIdx="2" presStyleCnt="3" custScaleX="121818"/>
      <dgm:spPr/>
    </dgm:pt>
    <dgm:pt modelId="{2F86CEF8-C4A4-420E-B76C-8E59D2B954A8}" type="pres">
      <dgm:prSet presAssocID="{ABF9557B-1818-4F07-B62F-B50C8FC8BDEF}" presName="gear3tx" presStyleLbl="node1" presStyleIdx="2" presStyleCnt="3">
        <dgm:presLayoutVars>
          <dgm:chMax val="1"/>
          <dgm:bulletEnabled val="1"/>
        </dgm:presLayoutVars>
      </dgm:prSet>
      <dgm:spPr/>
    </dgm:pt>
    <dgm:pt modelId="{A7C47F8A-C824-4E0F-B7E8-279BE48E4B97}" type="pres">
      <dgm:prSet presAssocID="{ABF9557B-1818-4F07-B62F-B50C8FC8BDEF}" presName="gear3srcNode" presStyleLbl="node1" presStyleIdx="2" presStyleCnt="3"/>
      <dgm:spPr/>
    </dgm:pt>
    <dgm:pt modelId="{AF5B6230-E7DD-4846-9F50-11FE047198F5}" type="pres">
      <dgm:prSet presAssocID="{ABF9557B-1818-4F07-B62F-B50C8FC8BDEF}" presName="gear3dstNode" presStyleLbl="node1" presStyleIdx="2" presStyleCnt="3"/>
      <dgm:spPr/>
    </dgm:pt>
    <dgm:pt modelId="{B7298A15-9860-43C4-94C1-14F0D361CC54}" type="pres">
      <dgm:prSet presAssocID="{9584500E-D5B3-44B2-A631-76F4B2345931}" presName="connector1" presStyleLbl="sibTrans2D1" presStyleIdx="0" presStyleCnt="3" custAng="13442052" custFlipVert="0" custFlipHor="1" custScaleX="110870" custScaleY="111186"/>
      <dgm:spPr/>
    </dgm:pt>
    <dgm:pt modelId="{41444AC5-BBEC-4F92-88EF-739C390C8748}" type="pres">
      <dgm:prSet presAssocID="{AE37D710-27A9-4228-9B0B-E629E45DD3E0}" presName="connector2" presStyleLbl="sibTrans2D1" presStyleIdx="1" presStyleCnt="3" custScaleX="121818" custLinFactNeighborX="-20936" custLinFactNeighborY="2748"/>
      <dgm:spPr/>
    </dgm:pt>
    <dgm:pt modelId="{B6FC9283-A817-4BC5-A43E-EFBD0C6BCCF5}" type="pres">
      <dgm:prSet presAssocID="{AFBFE897-A665-43DB-9993-F36D6BBF2961}" presName="connector3" presStyleLbl="sibTrans2D1" presStyleIdx="2" presStyleCnt="3" custScaleX="121818"/>
      <dgm:spPr/>
    </dgm:pt>
  </dgm:ptLst>
  <dgm:cxnLst>
    <dgm:cxn modelId="{DE4F7F1D-A84E-4AB0-90B3-2D0354CC63C8}" srcId="{25FD78CA-A4A9-47E6-9DAE-8A69580C7917}" destId="{2E772824-5AE3-4DB0-889F-5709B1EB26BE}" srcOrd="1" destOrd="0" parTransId="{70E4F98C-1750-4CC4-AD82-6996D10ECFE6}" sibTransId="{AE37D710-27A9-4228-9B0B-E629E45DD3E0}"/>
    <dgm:cxn modelId="{7AB67762-55EC-4A99-A3C8-FE28F88A3DA8}" type="presOf" srcId="{ABF9557B-1818-4F07-B62F-B50C8FC8BDEF}" destId="{AF5B6230-E7DD-4846-9F50-11FE047198F5}" srcOrd="3" destOrd="0" presId="urn:microsoft.com/office/officeart/2005/8/layout/gear1"/>
    <dgm:cxn modelId="{18979764-9298-40D9-8A10-BF696C966851}" type="presOf" srcId="{2E772824-5AE3-4DB0-889F-5709B1EB26BE}" destId="{ABF01195-12D2-49A5-B250-FB597C9EE229}" srcOrd="1" destOrd="0" presId="urn:microsoft.com/office/officeart/2005/8/layout/gear1"/>
    <dgm:cxn modelId="{18D10849-A3FD-411A-9D05-F2952EF8C11D}" type="presOf" srcId="{2E772824-5AE3-4DB0-889F-5709B1EB26BE}" destId="{B4299ADD-F1FF-4F8A-9DAC-687666DF6A0E}" srcOrd="0" destOrd="0" presId="urn:microsoft.com/office/officeart/2005/8/layout/gear1"/>
    <dgm:cxn modelId="{1A925569-C572-4B54-9949-526335B67C36}" type="presOf" srcId="{0AB51B67-34B3-4FF2-99E7-5913F3A34301}" destId="{C2C925A5-B80F-4227-9BD5-DBF5BE3DDFDA}" srcOrd="2" destOrd="0" presId="urn:microsoft.com/office/officeart/2005/8/layout/gear1"/>
    <dgm:cxn modelId="{2D375B6A-4E0B-47F6-ADA0-DF0B7BE9CF63}" type="presOf" srcId="{AFBFE897-A665-43DB-9993-F36D6BBF2961}" destId="{B6FC9283-A817-4BC5-A43E-EFBD0C6BCCF5}" srcOrd="0" destOrd="0" presId="urn:microsoft.com/office/officeart/2005/8/layout/gear1"/>
    <dgm:cxn modelId="{3C766354-FA95-4834-9652-46CE37373FBF}" type="presOf" srcId="{AE37D710-27A9-4228-9B0B-E629E45DD3E0}" destId="{41444AC5-BBEC-4F92-88EF-739C390C8748}" srcOrd="0" destOrd="0" presId="urn:microsoft.com/office/officeart/2005/8/layout/gear1"/>
    <dgm:cxn modelId="{8E7DA554-EFDA-476C-A26D-994E0E181E97}" srcId="{25FD78CA-A4A9-47E6-9DAE-8A69580C7917}" destId="{ABF9557B-1818-4F07-B62F-B50C8FC8BDEF}" srcOrd="2" destOrd="0" parTransId="{B002948D-3D1E-49F6-85E2-0B3AC277CC2B}" sibTransId="{AFBFE897-A665-43DB-9993-F36D6BBF2961}"/>
    <dgm:cxn modelId="{609C5C89-50D1-4EAA-93AF-66D57790FE46}" type="presOf" srcId="{2E772824-5AE3-4DB0-889F-5709B1EB26BE}" destId="{C7DDB181-C730-48FD-81E6-D6AC28D50CAD}" srcOrd="2" destOrd="0" presId="urn:microsoft.com/office/officeart/2005/8/layout/gear1"/>
    <dgm:cxn modelId="{5E83D58B-2BF1-41E9-980B-70ECE67B34AA}" type="presOf" srcId="{25FD78CA-A4A9-47E6-9DAE-8A69580C7917}" destId="{DD0A599D-3565-45F4-836B-97D5E5F64E5E}" srcOrd="0" destOrd="0" presId="urn:microsoft.com/office/officeart/2005/8/layout/gear1"/>
    <dgm:cxn modelId="{59BC2091-BC15-42C1-BBCC-036BA305BC1B}" type="presOf" srcId="{0AB51B67-34B3-4FF2-99E7-5913F3A34301}" destId="{D30E8AB8-F5B5-49AC-A1F6-2C62064349BE}" srcOrd="0" destOrd="0" presId="urn:microsoft.com/office/officeart/2005/8/layout/gear1"/>
    <dgm:cxn modelId="{3B1C07B5-CDD0-44C3-8EDF-6DF6734F12D0}" type="presOf" srcId="{9584500E-D5B3-44B2-A631-76F4B2345931}" destId="{B7298A15-9860-43C4-94C1-14F0D361CC54}" srcOrd="0" destOrd="0" presId="urn:microsoft.com/office/officeart/2005/8/layout/gear1"/>
    <dgm:cxn modelId="{C5499BBD-55F6-4ECC-9F37-A803BEEA6797}" type="presOf" srcId="{ABF9557B-1818-4F07-B62F-B50C8FC8BDEF}" destId="{2F86CEF8-C4A4-420E-B76C-8E59D2B954A8}" srcOrd="1" destOrd="0" presId="urn:microsoft.com/office/officeart/2005/8/layout/gear1"/>
    <dgm:cxn modelId="{F160B0D1-3395-4735-B987-DC6AB5A64DB3}" type="presOf" srcId="{0AB51B67-34B3-4FF2-99E7-5913F3A34301}" destId="{B9E66274-9E09-4F80-88EC-CB062927F87B}" srcOrd="1" destOrd="0" presId="urn:microsoft.com/office/officeart/2005/8/layout/gear1"/>
    <dgm:cxn modelId="{4EB14BDA-7B59-403E-8E50-80A08134DE35}" type="presOf" srcId="{ABF9557B-1818-4F07-B62F-B50C8FC8BDEF}" destId="{A7C47F8A-C824-4E0F-B7E8-279BE48E4B97}" srcOrd="2" destOrd="0" presId="urn:microsoft.com/office/officeart/2005/8/layout/gear1"/>
    <dgm:cxn modelId="{427030F6-A5BC-4841-BD23-210F58DC99AC}" srcId="{25FD78CA-A4A9-47E6-9DAE-8A69580C7917}" destId="{0AB51B67-34B3-4FF2-99E7-5913F3A34301}" srcOrd="0" destOrd="0" parTransId="{AD6CAA3C-D731-4E25-AC89-7E11EB94ECF2}" sibTransId="{9584500E-D5B3-44B2-A631-76F4B2345931}"/>
    <dgm:cxn modelId="{4F2A63F9-6109-4018-962E-34348B025697}" type="presOf" srcId="{ABF9557B-1818-4F07-B62F-B50C8FC8BDEF}" destId="{9155EE44-FBF6-456B-AB59-CD93E19D63BE}" srcOrd="0" destOrd="0" presId="urn:microsoft.com/office/officeart/2005/8/layout/gear1"/>
    <dgm:cxn modelId="{AEA7D520-566D-45CA-B418-CE872B4C308C}" type="presParOf" srcId="{DD0A599D-3565-45F4-836B-97D5E5F64E5E}" destId="{D30E8AB8-F5B5-49AC-A1F6-2C62064349BE}" srcOrd="0" destOrd="0" presId="urn:microsoft.com/office/officeart/2005/8/layout/gear1"/>
    <dgm:cxn modelId="{1FCBE41D-B5E7-4C1B-9A2D-C940EC8DFF4E}" type="presParOf" srcId="{DD0A599D-3565-45F4-836B-97D5E5F64E5E}" destId="{B9E66274-9E09-4F80-88EC-CB062927F87B}" srcOrd="1" destOrd="0" presId="urn:microsoft.com/office/officeart/2005/8/layout/gear1"/>
    <dgm:cxn modelId="{A44C983C-5E5D-4C67-AA04-4136FEBE0BF5}" type="presParOf" srcId="{DD0A599D-3565-45F4-836B-97D5E5F64E5E}" destId="{C2C925A5-B80F-4227-9BD5-DBF5BE3DDFDA}" srcOrd="2" destOrd="0" presId="urn:microsoft.com/office/officeart/2005/8/layout/gear1"/>
    <dgm:cxn modelId="{7D0FAB5B-DAD6-4D9D-B516-2664EF1E63D3}" type="presParOf" srcId="{DD0A599D-3565-45F4-836B-97D5E5F64E5E}" destId="{B4299ADD-F1FF-4F8A-9DAC-687666DF6A0E}" srcOrd="3" destOrd="0" presId="urn:microsoft.com/office/officeart/2005/8/layout/gear1"/>
    <dgm:cxn modelId="{81E36036-A785-401A-A60F-B1EBCD70E12C}" type="presParOf" srcId="{DD0A599D-3565-45F4-836B-97D5E5F64E5E}" destId="{ABF01195-12D2-49A5-B250-FB597C9EE229}" srcOrd="4" destOrd="0" presId="urn:microsoft.com/office/officeart/2005/8/layout/gear1"/>
    <dgm:cxn modelId="{A2952E7F-E2BE-4FEF-9B51-CE613D09A036}" type="presParOf" srcId="{DD0A599D-3565-45F4-836B-97D5E5F64E5E}" destId="{C7DDB181-C730-48FD-81E6-D6AC28D50CAD}" srcOrd="5" destOrd="0" presId="urn:microsoft.com/office/officeart/2005/8/layout/gear1"/>
    <dgm:cxn modelId="{510194C0-26D4-4052-A943-56EFCE790519}" type="presParOf" srcId="{DD0A599D-3565-45F4-836B-97D5E5F64E5E}" destId="{9155EE44-FBF6-456B-AB59-CD93E19D63BE}" srcOrd="6" destOrd="0" presId="urn:microsoft.com/office/officeart/2005/8/layout/gear1"/>
    <dgm:cxn modelId="{7D2D11D8-9F79-4F22-9546-B3DB301D4F53}" type="presParOf" srcId="{DD0A599D-3565-45F4-836B-97D5E5F64E5E}" destId="{2F86CEF8-C4A4-420E-B76C-8E59D2B954A8}" srcOrd="7" destOrd="0" presId="urn:microsoft.com/office/officeart/2005/8/layout/gear1"/>
    <dgm:cxn modelId="{7706F9D3-EBCB-478F-9F28-49C30D9806EE}" type="presParOf" srcId="{DD0A599D-3565-45F4-836B-97D5E5F64E5E}" destId="{A7C47F8A-C824-4E0F-B7E8-279BE48E4B97}" srcOrd="8" destOrd="0" presId="urn:microsoft.com/office/officeart/2005/8/layout/gear1"/>
    <dgm:cxn modelId="{F96C6D38-AFCA-4D8C-A384-C0FA3AFDAF3E}" type="presParOf" srcId="{DD0A599D-3565-45F4-836B-97D5E5F64E5E}" destId="{AF5B6230-E7DD-4846-9F50-11FE047198F5}" srcOrd="9" destOrd="0" presId="urn:microsoft.com/office/officeart/2005/8/layout/gear1"/>
    <dgm:cxn modelId="{AF1184B6-9FBC-458A-ADAD-BAF919255D8D}" type="presParOf" srcId="{DD0A599D-3565-45F4-836B-97D5E5F64E5E}" destId="{B7298A15-9860-43C4-94C1-14F0D361CC54}" srcOrd="10" destOrd="0" presId="urn:microsoft.com/office/officeart/2005/8/layout/gear1"/>
    <dgm:cxn modelId="{7579F14E-A30A-4E97-A133-A25CBB1D096C}" type="presParOf" srcId="{DD0A599D-3565-45F4-836B-97D5E5F64E5E}" destId="{41444AC5-BBEC-4F92-88EF-739C390C8748}" srcOrd="11" destOrd="0" presId="urn:microsoft.com/office/officeart/2005/8/layout/gear1"/>
    <dgm:cxn modelId="{72EE6944-495A-4C57-9219-09DD0A4C43AF}" type="presParOf" srcId="{DD0A599D-3565-45F4-836B-97D5E5F64E5E}" destId="{B6FC9283-A817-4BC5-A43E-EFBD0C6BCCF5}" srcOrd="12" destOrd="0" presId="urn:microsoft.com/office/officeart/2005/8/layout/gear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0DA048-E5E4-43A5-9FFD-EA526FC78752}">
      <dsp:nvSpPr>
        <dsp:cNvPr id="0" name=""/>
        <dsp:cNvSpPr/>
      </dsp:nvSpPr>
      <dsp:spPr>
        <a:xfrm rot="5400000">
          <a:off x="-281887" y="283372"/>
          <a:ext cx="1879252" cy="1315476"/>
        </a:xfrm>
        <a:prstGeom prst="chevron">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s-ES_tradnl" sz="3300" kern="1200" dirty="0"/>
            <a:t>CREATE</a:t>
          </a:r>
          <a:endParaRPr lang="es-PE" sz="3300" kern="1200" dirty="0"/>
        </a:p>
      </dsp:txBody>
      <dsp:txXfrm rot="-5400000">
        <a:off x="1" y="659222"/>
        <a:ext cx="1315476" cy="563776"/>
      </dsp:txXfrm>
    </dsp:sp>
    <dsp:sp modelId="{A4585AD4-EA64-4A99-92B6-0E2050A7839E}">
      <dsp:nvSpPr>
        <dsp:cNvPr id="0" name=""/>
        <dsp:cNvSpPr/>
      </dsp:nvSpPr>
      <dsp:spPr>
        <a:xfrm rot="5400000">
          <a:off x="3440286" y="-2123324"/>
          <a:ext cx="1221514" cy="5471133"/>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0" tIns="15875" rIns="15875" bIns="15875" numCol="1" spcCol="1270" anchor="ctr" anchorCtr="0">
          <a:noAutofit/>
        </a:bodyPr>
        <a:lstStyle/>
        <a:p>
          <a:pPr marL="228600" lvl="1" indent="-228600" algn="l" defTabSz="1111250">
            <a:lnSpc>
              <a:spcPct val="90000"/>
            </a:lnSpc>
            <a:spcBef>
              <a:spcPct val="0"/>
            </a:spcBef>
            <a:spcAft>
              <a:spcPct val="15000"/>
            </a:spcAft>
            <a:buChar char="•"/>
          </a:pPr>
          <a:r>
            <a:rPr lang="es-ES_tradnl" sz="2500" kern="1200" dirty="0">
              <a:solidFill>
                <a:schemeClr val="accent6">
                  <a:lumMod val="50000"/>
                </a:schemeClr>
              </a:solidFill>
            </a:rPr>
            <a:t>CREAR NUEVAS TABLAS.</a:t>
          </a:r>
          <a:endParaRPr lang="es-PE" sz="2500" kern="1200" dirty="0">
            <a:solidFill>
              <a:schemeClr val="accent6">
                <a:lumMod val="50000"/>
              </a:schemeClr>
            </a:solidFill>
          </a:endParaRPr>
        </a:p>
        <a:p>
          <a:pPr marL="228600" lvl="1" indent="-228600" algn="l" defTabSz="1111250">
            <a:lnSpc>
              <a:spcPct val="90000"/>
            </a:lnSpc>
            <a:spcBef>
              <a:spcPct val="0"/>
            </a:spcBef>
            <a:spcAft>
              <a:spcPct val="15000"/>
            </a:spcAft>
            <a:buChar char="•"/>
          </a:pPr>
          <a:r>
            <a:rPr lang="es-ES_tradnl" sz="2500" kern="1200" dirty="0">
              <a:solidFill>
                <a:schemeClr val="accent6">
                  <a:lumMod val="50000"/>
                </a:schemeClr>
              </a:solidFill>
            </a:rPr>
            <a:t>CREAR NUEVAS CAMPOS E ÍNDICES.</a:t>
          </a:r>
          <a:endParaRPr lang="es-PE" sz="2500" kern="1200" dirty="0">
            <a:solidFill>
              <a:schemeClr val="accent6">
                <a:lumMod val="50000"/>
              </a:schemeClr>
            </a:solidFill>
          </a:endParaRPr>
        </a:p>
      </dsp:txBody>
      <dsp:txXfrm rot="-5400000">
        <a:off x="1315477" y="61114"/>
        <a:ext cx="5411504" cy="1102256"/>
      </dsp:txXfrm>
    </dsp:sp>
    <dsp:sp modelId="{71F31415-C417-4ABD-9E0B-6449B4061D35}">
      <dsp:nvSpPr>
        <dsp:cNvPr id="0" name=""/>
        <dsp:cNvSpPr/>
      </dsp:nvSpPr>
      <dsp:spPr>
        <a:xfrm rot="5400000">
          <a:off x="-281887" y="1971161"/>
          <a:ext cx="1879252" cy="1315476"/>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s-ES_tradnl" sz="3300" kern="1200" dirty="0"/>
            <a:t>DROP</a:t>
          </a:r>
          <a:endParaRPr lang="es-PE" sz="3300" kern="1200" dirty="0"/>
        </a:p>
      </dsp:txBody>
      <dsp:txXfrm rot="-5400000">
        <a:off x="1" y="2347011"/>
        <a:ext cx="1315476" cy="563776"/>
      </dsp:txXfrm>
    </dsp:sp>
    <dsp:sp modelId="{B9B8D5F3-14F5-483A-A8DE-1CC580547AF6}">
      <dsp:nvSpPr>
        <dsp:cNvPr id="0" name=""/>
        <dsp:cNvSpPr/>
      </dsp:nvSpPr>
      <dsp:spPr>
        <a:xfrm rot="5400000">
          <a:off x="3440286" y="-435535"/>
          <a:ext cx="1221514" cy="5471133"/>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0" tIns="15875" rIns="15875" bIns="15875" numCol="1" spcCol="1270" anchor="ctr" anchorCtr="0">
          <a:noAutofit/>
        </a:bodyPr>
        <a:lstStyle/>
        <a:p>
          <a:pPr marL="228600" lvl="1" indent="-228600" algn="l" defTabSz="1111250">
            <a:lnSpc>
              <a:spcPct val="90000"/>
            </a:lnSpc>
            <a:spcBef>
              <a:spcPct val="0"/>
            </a:spcBef>
            <a:spcAft>
              <a:spcPct val="15000"/>
            </a:spcAft>
            <a:buChar char="•"/>
          </a:pPr>
          <a:r>
            <a:rPr lang="es-ES_tradnl" sz="2500" kern="1200" dirty="0">
              <a:solidFill>
                <a:schemeClr val="accent6">
                  <a:lumMod val="50000"/>
                </a:schemeClr>
              </a:solidFill>
            </a:rPr>
            <a:t>ELIMINA TABLAS E ÍNDICES.</a:t>
          </a:r>
          <a:endParaRPr lang="es-PE" sz="2500" kern="1200" dirty="0">
            <a:solidFill>
              <a:schemeClr val="accent6">
                <a:lumMod val="50000"/>
              </a:schemeClr>
            </a:solidFill>
          </a:endParaRPr>
        </a:p>
      </dsp:txBody>
      <dsp:txXfrm rot="-5400000">
        <a:off x="1315477" y="1748903"/>
        <a:ext cx="5411504" cy="1102256"/>
      </dsp:txXfrm>
    </dsp:sp>
    <dsp:sp modelId="{7AF9AD8A-52C8-4753-9F21-CC4921B97CA6}">
      <dsp:nvSpPr>
        <dsp:cNvPr id="0" name=""/>
        <dsp:cNvSpPr/>
      </dsp:nvSpPr>
      <dsp:spPr>
        <a:xfrm rot="5400000">
          <a:off x="-281887" y="3658950"/>
          <a:ext cx="1879252" cy="1315476"/>
        </a:xfrm>
        <a:prstGeom prst="chevron">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s-ES_tradnl" sz="3300" kern="1200" dirty="0"/>
            <a:t>ALTER</a:t>
          </a:r>
          <a:endParaRPr lang="es-PE" sz="3300" kern="1200" dirty="0"/>
        </a:p>
      </dsp:txBody>
      <dsp:txXfrm rot="-5400000">
        <a:off x="1" y="4034800"/>
        <a:ext cx="1315476" cy="563776"/>
      </dsp:txXfrm>
    </dsp:sp>
    <dsp:sp modelId="{8C7B14F6-5DA3-41C0-8375-D71B4259410A}">
      <dsp:nvSpPr>
        <dsp:cNvPr id="0" name=""/>
        <dsp:cNvSpPr/>
      </dsp:nvSpPr>
      <dsp:spPr>
        <a:xfrm rot="5400000">
          <a:off x="3440286" y="1252253"/>
          <a:ext cx="1221514" cy="5471133"/>
        </a:xfrm>
        <a:prstGeom prst="round2Same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0" tIns="15875" rIns="15875" bIns="15875" numCol="1" spcCol="1270" anchor="ctr" anchorCtr="0">
          <a:noAutofit/>
        </a:bodyPr>
        <a:lstStyle/>
        <a:p>
          <a:pPr marL="228600" lvl="1" indent="-228600" algn="l" defTabSz="1111250">
            <a:lnSpc>
              <a:spcPct val="90000"/>
            </a:lnSpc>
            <a:spcBef>
              <a:spcPct val="0"/>
            </a:spcBef>
            <a:spcAft>
              <a:spcPct val="15000"/>
            </a:spcAft>
            <a:buChar char="•"/>
          </a:pPr>
          <a:r>
            <a:rPr lang="es-ES_tradnl" sz="2500" kern="1200" dirty="0">
              <a:solidFill>
                <a:schemeClr val="accent6">
                  <a:lumMod val="50000"/>
                </a:schemeClr>
              </a:solidFill>
            </a:rPr>
            <a:t>MODIFICAR LAS TABLAS AGREGANDO CAMPOS O CAMBIANDO LOS CAMPOS. </a:t>
          </a:r>
          <a:endParaRPr lang="es-PE" sz="2500" kern="1200" dirty="0">
            <a:solidFill>
              <a:schemeClr val="accent6">
                <a:lumMod val="50000"/>
              </a:schemeClr>
            </a:solidFill>
          </a:endParaRPr>
        </a:p>
      </dsp:txBody>
      <dsp:txXfrm rot="-5400000">
        <a:off x="1315477" y="3436692"/>
        <a:ext cx="5411504" cy="11022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1781BB-ACE3-4BAA-8B03-2302BFF075E2}">
      <dsp:nvSpPr>
        <dsp:cNvPr id="0" name=""/>
        <dsp:cNvSpPr/>
      </dsp:nvSpPr>
      <dsp:spPr>
        <a:xfrm rot="5400000">
          <a:off x="3633778" y="-1961992"/>
          <a:ext cx="1018042" cy="5201829"/>
        </a:xfrm>
        <a:prstGeom prst="round2Same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51435" rIns="102870" bIns="51435" numCol="1" spcCol="1270" anchor="ctr" anchorCtr="0">
          <a:noAutofit/>
        </a:bodyPr>
        <a:lstStyle/>
        <a:p>
          <a:pPr marL="228600" lvl="1" indent="-228600" algn="l" defTabSz="1200150">
            <a:lnSpc>
              <a:spcPct val="90000"/>
            </a:lnSpc>
            <a:spcBef>
              <a:spcPct val="0"/>
            </a:spcBef>
            <a:spcAft>
              <a:spcPct val="15000"/>
            </a:spcAft>
            <a:buChar char="•"/>
          </a:pPr>
          <a:r>
            <a:rPr lang="es-ES_tradnl" sz="2700" kern="1200" dirty="0"/>
            <a:t>Consultas registros de la base de datos que satisfagan un criterio.</a:t>
          </a:r>
          <a:endParaRPr lang="es-PE" sz="2700" kern="1200" dirty="0"/>
        </a:p>
      </dsp:txBody>
      <dsp:txXfrm rot="-5400000">
        <a:off x="1541885" y="179598"/>
        <a:ext cx="5152132" cy="918648"/>
      </dsp:txXfrm>
    </dsp:sp>
    <dsp:sp modelId="{063FD32C-4BAE-4664-8D91-FC5C8F6A584A}">
      <dsp:nvSpPr>
        <dsp:cNvPr id="0" name=""/>
        <dsp:cNvSpPr/>
      </dsp:nvSpPr>
      <dsp:spPr>
        <a:xfrm>
          <a:off x="23" y="2645"/>
          <a:ext cx="1541861" cy="1272553"/>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s-ES_tradnl" sz="3000" kern="1200" dirty="0" err="1"/>
            <a:t>Select</a:t>
          </a:r>
          <a:r>
            <a:rPr lang="es-ES_tradnl" sz="3000" kern="1200" dirty="0"/>
            <a:t> </a:t>
          </a:r>
          <a:endParaRPr lang="es-PE" sz="3000" kern="1200" dirty="0"/>
        </a:p>
      </dsp:txBody>
      <dsp:txXfrm>
        <a:off x="62144" y="64766"/>
        <a:ext cx="1417619" cy="1148311"/>
      </dsp:txXfrm>
    </dsp:sp>
    <dsp:sp modelId="{A9BA5147-A934-4DCA-8219-9A1FBE6438F7}">
      <dsp:nvSpPr>
        <dsp:cNvPr id="0" name=""/>
        <dsp:cNvSpPr/>
      </dsp:nvSpPr>
      <dsp:spPr>
        <a:xfrm rot="5400000">
          <a:off x="3633778" y="-625811"/>
          <a:ext cx="1018042" cy="5201829"/>
        </a:xfrm>
        <a:prstGeom prst="round2Same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51435" rIns="102870" bIns="51435" numCol="1" spcCol="1270" anchor="ctr" anchorCtr="0">
          <a:noAutofit/>
        </a:bodyPr>
        <a:lstStyle/>
        <a:p>
          <a:pPr marL="228600" lvl="1" indent="-228600" algn="l" defTabSz="1200150">
            <a:lnSpc>
              <a:spcPct val="90000"/>
            </a:lnSpc>
            <a:spcBef>
              <a:spcPct val="0"/>
            </a:spcBef>
            <a:spcAft>
              <a:spcPct val="15000"/>
            </a:spcAft>
            <a:buChar char="•"/>
          </a:pPr>
          <a:r>
            <a:rPr lang="es-ES_tradnl" sz="2700" kern="1200" dirty="0"/>
            <a:t>Cargar lotes de datos en la base de datos. </a:t>
          </a:r>
          <a:endParaRPr lang="es-PE" sz="2700" kern="1200" dirty="0"/>
        </a:p>
      </dsp:txBody>
      <dsp:txXfrm rot="-5400000">
        <a:off x="1541885" y="1515779"/>
        <a:ext cx="5152132" cy="918648"/>
      </dsp:txXfrm>
    </dsp:sp>
    <dsp:sp modelId="{F0A8E948-A9FE-4AF1-BEE9-05298273856E}">
      <dsp:nvSpPr>
        <dsp:cNvPr id="0" name=""/>
        <dsp:cNvSpPr/>
      </dsp:nvSpPr>
      <dsp:spPr>
        <a:xfrm>
          <a:off x="23" y="1338826"/>
          <a:ext cx="1541861" cy="1272553"/>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s-ES_tradnl" sz="3000" kern="1200" dirty="0" err="1"/>
            <a:t>Insert</a:t>
          </a:r>
          <a:r>
            <a:rPr lang="es-ES_tradnl" sz="3000" kern="1200" dirty="0"/>
            <a:t> </a:t>
          </a:r>
          <a:endParaRPr lang="es-PE" sz="3000" kern="1200" dirty="0"/>
        </a:p>
      </dsp:txBody>
      <dsp:txXfrm>
        <a:off x="62144" y="1400947"/>
        <a:ext cx="1417619" cy="1148311"/>
      </dsp:txXfrm>
    </dsp:sp>
    <dsp:sp modelId="{1082E36C-EB25-4EEE-AB21-EA56B7A8F2B2}">
      <dsp:nvSpPr>
        <dsp:cNvPr id="0" name=""/>
        <dsp:cNvSpPr/>
      </dsp:nvSpPr>
      <dsp:spPr>
        <a:xfrm rot="5400000">
          <a:off x="3633778" y="710369"/>
          <a:ext cx="1018042" cy="5201829"/>
        </a:xfrm>
        <a:prstGeom prst="round2Same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51435" rIns="102870" bIns="51435" numCol="1" spcCol="1270" anchor="ctr" anchorCtr="0">
          <a:noAutofit/>
        </a:bodyPr>
        <a:lstStyle/>
        <a:p>
          <a:pPr marL="228600" lvl="1" indent="-228600" algn="l" defTabSz="1200150">
            <a:lnSpc>
              <a:spcPct val="90000"/>
            </a:lnSpc>
            <a:spcBef>
              <a:spcPct val="0"/>
            </a:spcBef>
            <a:spcAft>
              <a:spcPct val="15000"/>
            </a:spcAft>
            <a:buChar char="•"/>
          </a:pPr>
          <a:r>
            <a:rPr lang="es-ES_tradnl" sz="2700" kern="1200" dirty="0"/>
            <a:t>Modifica valores de los campos y registros.</a:t>
          </a:r>
          <a:endParaRPr lang="es-PE" sz="2700" kern="1200" dirty="0"/>
        </a:p>
      </dsp:txBody>
      <dsp:txXfrm rot="-5400000">
        <a:off x="1541885" y="2851960"/>
        <a:ext cx="5152132" cy="918648"/>
      </dsp:txXfrm>
    </dsp:sp>
    <dsp:sp modelId="{4421EB4B-94B9-4048-A2CD-EB81EC268A6D}">
      <dsp:nvSpPr>
        <dsp:cNvPr id="0" name=""/>
        <dsp:cNvSpPr/>
      </dsp:nvSpPr>
      <dsp:spPr>
        <a:xfrm>
          <a:off x="23" y="2675007"/>
          <a:ext cx="1541861" cy="1272553"/>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s-ES_tradnl" sz="3000" kern="1200" dirty="0" err="1"/>
            <a:t>Update</a:t>
          </a:r>
          <a:endParaRPr lang="es-PE" sz="3000" kern="1200" dirty="0"/>
        </a:p>
      </dsp:txBody>
      <dsp:txXfrm>
        <a:off x="62144" y="2737128"/>
        <a:ext cx="1417619" cy="1148311"/>
      </dsp:txXfrm>
    </dsp:sp>
    <dsp:sp modelId="{195970D6-D265-4B2E-A36D-2FE48C733298}">
      <dsp:nvSpPr>
        <dsp:cNvPr id="0" name=""/>
        <dsp:cNvSpPr/>
      </dsp:nvSpPr>
      <dsp:spPr>
        <a:xfrm rot="5400000">
          <a:off x="3651057" y="1928246"/>
          <a:ext cx="1018042" cy="5338730"/>
        </a:xfrm>
        <a:prstGeom prst="round2Same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51435" rIns="102870" bIns="51435" numCol="1" spcCol="1270" anchor="ctr" anchorCtr="0">
          <a:noAutofit/>
        </a:bodyPr>
        <a:lstStyle/>
        <a:p>
          <a:pPr marL="228600" lvl="1" indent="-228600" algn="l" defTabSz="1200150">
            <a:lnSpc>
              <a:spcPct val="90000"/>
            </a:lnSpc>
            <a:spcBef>
              <a:spcPct val="0"/>
            </a:spcBef>
            <a:spcAft>
              <a:spcPct val="15000"/>
            </a:spcAft>
            <a:buChar char="•"/>
          </a:pPr>
          <a:r>
            <a:rPr lang="es-ES_tradnl" sz="2700" kern="1200" dirty="0"/>
            <a:t>Elimina registros de una tabla de una base de datos.</a:t>
          </a:r>
          <a:endParaRPr lang="es-PE" sz="2700" kern="1200" dirty="0"/>
        </a:p>
      </dsp:txBody>
      <dsp:txXfrm rot="-5400000">
        <a:off x="1490714" y="4138287"/>
        <a:ext cx="5289033" cy="918648"/>
      </dsp:txXfrm>
    </dsp:sp>
    <dsp:sp modelId="{084690A0-8DBA-40EA-AC65-C0C79263C988}">
      <dsp:nvSpPr>
        <dsp:cNvPr id="0" name=""/>
        <dsp:cNvSpPr/>
      </dsp:nvSpPr>
      <dsp:spPr>
        <a:xfrm>
          <a:off x="23" y="4011188"/>
          <a:ext cx="1490667" cy="1272553"/>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s-ES_tradnl" sz="3000" kern="1200" dirty="0" err="1"/>
            <a:t>Delete</a:t>
          </a:r>
          <a:r>
            <a:rPr lang="es-ES_tradnl" sz="3000" kern="1200" dirty="0"/>
            <a:t> </a:t>
          </a:r>
          <a:endParaRPr lang="es-PE" sz="3000" kern="1200" dirty="0"/>
        </a:p>
      </dsp:txBody>
      <dsp:txXfrm>
        <a:off x="62144" y="4073309"/>
        <a:ext cx="1366425" cy="114831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0DA048-E5E4-43A5-9FFD-EA526FC78752}">
      <dsp:nvSpPr>
        <dsp:cNvPr id="0" name=""/>
        <dsp:cNvSpPr/>
      </dsp:nvSpPr>
      <dsp:spPr>
        <a:xfrm rot="5400000">
          <a:off x="-281887" y="283372"/>
          <a:ext cx="1879252" cy="1315476"/>
        </a:xfrm>
        <a:prstGeom prst="chevron">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s-PE" sz="3000" kern="1200" dirty="0"/>
            <a:t>REVOKE</a:t>
          </a:r>
        </a:p>
      </dsp:txBody>
      <dsp:txXfrm rot="-5400000">
        <a:off x="1" y="659222"/>
        <a:ext cx="1315476" cy="563776"/>
      </dsp:txXfrm>
    </dsp:sp>
    <dsp:sp modelId="{A4585AD4-EA64-4A99-92B6-0E2050A7839E}">
      <dsp:nvSpPr>
        <dsp:cNvPr id="0" name=""/>
        <dsp:cNvSpPr/>
      </dsp:nvSpPr>
      <dsp:spPr>
        <a:xfrm rot="5400000">
          <a:off x="3440286" y="-2123324"/>
          <a:ext cx="1221514" cy="5471133"/>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0" tIns="15875" rIns="15875" bIns="15875" numCol="1" spcCol="1270" anchor="ctr" anchorCtr="0">
          <a:noAutofit/>
        </a:bodyPr>
        <a:lstStyle/>
        <a:p>
          <a:pPr marL="228600" lvl="1" indent="-228600" algn="l" defTabSz="1111250">
            <a:lnSpc>
              <a:spcPct val="90000"/>
            </a:lnSpc>
            <a:spcBef>
              <a:spcPct val="0"/>
            </a:spcBef>
            <a:spcAft>
              <a:spcPct val="15000"/>
            </a:spcAft>
            <a:buChar char="•"/>
          </a:pPr>
          <a:r>
            <a:rPr lang="es-ES_tradnl" sz="2500" kern="1200" dirty="0">
              <a:solidFill>
                <a:schemeClr val="accent6">
                  <a:lumMod val="50000"/>
                </a:schemeClr>
              </a:solidFill>
            </a:rPr>
            <a:t>ESTE COMANDO CREA UN OBJETO DENTRO DE LA BASE DE DATOS.</a:t>
          </a:r>
          <a:endParaRPr lang="es-PE" sz="2500" kern="1200" dirty="0">
            <a:solidFill>
              <a:schemeClr val="accent6">
                <a:lumMod val="50000"/>
              </a:schemeClr>
            </a:solidFill>
          </a:endParaRPr>
        </a:p>
      </dsp:txBody>
      <dsp:txXfrm rot="-5400000">
        <a:off x="1315477" y="61114"/>
        <a:ext cx="5411504" cy="1102256"/>
      </dsp:txXfrm>
    </dsp:sp>
    <dsp:sp modelId="{71F31415-C417-4ABD-9E0B-6449B4061D35}">
      <dsp:nvSpPr>
        <dsp:cNvPr id="0" name=""/>
        <dsp:cNvSpPr/>
      </dsp:nvSpPr>
      <dsp:spPr>
        <a:xfrm rot="5400000">
          <a:off x="-281887" y="1971161"/>
          <a:ext cx="1879252" cy="1315476"/>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s-PE" sz="3000" kern="1200" dirty="0"/>
            <a:t>GRANT</a:t>
          </a:r>
        </a:p>
      </dsp:txBody>
      <dsp:txXfrm rot="-5400000">
        <a:off x="1" y="2347011"/>
        <a:ext cx="1315476" cy="563776"/>
      </dsp:txXfrm>
    </dsp:sp>
    <dsp:sp modelId="{B9B8D5F3-14F5-483A-A8DE-1CC580547AF6}">
      <dsp:nvSpPr>
        <dsp:cNvPr id="0" name=""/>
        <dsp:cNvSpPr/>
      </dsp:nvSpPr>
      <dsp:spPr>
        <a:xfrm rot="5400000">
          <a:off x="3440286" y="-435535"/>
          <a:ext cx="1221514" cy="5471133"/>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0" tIns="15875" rIns="15875" bIns="15875" numCol="1" spcCol="1270" anchor="ctr" anchorCtr="0">
          <a:noAutofit/>
        </a:bodyPr>
        <a:lstStyle/>
        <a:p>
          <a:pPr marL="228600" lvl="1" indent="-228600" algn="l" defTabSz="1111250">
            <a:lnSpc>
              <a:spcPct val="90000"/>
            </a:lnSpc>
            <a:spcBef>
              <a:spcPct val="0"/>
            </a:spcBef>
            <a:spcAft>
              <a:spcPct val="15000"/>
            </a:spcAft>
            <a:buChar char="•"/>
          </a:pPr>
          <a:r>
            <a:rPr lang="es-PE" sz="2500" kern="1200" dirty="0">
              <a:solidFill>
                <a:schemeClr val="accent6">
                  <a:lumMod val="50000"/>
                </a:schemeClr>
              </a:solidFill>
            </a:rPr>
            <a:t>ESTE COMANDO PERMITE MODIFICAR LA ESTRUCTURA DE UN OBJETO.</a:t>
          </a:r>
        </a:p>
      </dsp:txBody>
      <dsp:txXfrm rot="-5400000">
        <a:off x="1315477" y="1748903"/>
        <a:ext cx="5411504" cy="1102256"/>
      </dsp:txXfrm>
    </dsp:sp>
    <dsp:sp modelId="{7AF9AD8A-52C8-4753-9F21-CC4921B97CA6}">
      <dsp:nvSpPr>
        <dsp:cNvPr id="0" name=""/>
        <dsp:cNvSpPr/>
      </dsp:nvSpPr>
      <dsp:spPr>
        <a:xfrm rot="5400000">
          <a:off x="-281887" y="3658950"/>
          <a:ext cx="1879252" cy="1315476"/>
        </a:xfrm>
        <a:prstGeom prst="chevron">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s-PE" sz="3000" kern="1200" dirty="0"/>
            <a:t>DANY</a:t>
          </a:r>
        </a:p>
      </dsp:txBody>
      <dsp:txXfrm rot="-5400000">
        <a:off x="1" y="4034800"/>
        <a:ext cx="1315476" cy="563776"/>
      </dsp:txXfrm>
    </dsp:sp>
    <dsp:sp modelId="{8C7B14F6-5DA3-41C0-8375-D71B4259410A}">
      <dsp:nvSpPr>
        <dsp:cNvPr id="0" name=""/>
        <dsp:cNvSpPr/>
      </dsp:nvSpPr>
      <dsp:spPr>
        <a:xfrm rot="5400000">
          <a:off x="3440286" y="1252253"/>
          <a:ext cx="1221514" cy="5471133"/>
        </a:xfrm>
        <a:prstGeom prst="round2Same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0" tIns="15875" rIns="15875" bIns="15875" numCol="1" spcCol="1270" anchor="ctr" anchorCtr="0">
          <a:noAutofit/>
        </a:bodyPr>
        <a:lstStyle/>
        <a:p>
          <a:pPr marL="228600" lvl="1" indent="-228600" algn="l" defTabSz="1111250">
            <a:lnSpc>
              <a:spcPct val="90000"/>
            </a:lnSpc>
            <a:spcBef>
              <a:spcPct val="0"/>
            </a:spcBef>
            <a:spcAft>
              <a:spcPct val="15000"/>
            </a:spcAft>
            <a:buChar char="•"/>
          </a:pPr>
          <a:r>
            <a:rPr lang="es-ES_tradnl" sz="2500" kern="1200" dirty="0">
              <a:solidFill>
                <a:schemeClr val="accent6">
                  <a:lumMod val="50000"/>
                </a:schemeClr>
              </a:solidFill>
            </a:rPr>
            <a:t>ESTE COMANDO ELIMINA UN OBJETO DE LA BASE DE DATOS. SE PUEDE COMBINAR CON LA SENTENCIA ALTER. </a:t>
          </a:r>
          <a:endParaRPr lang="es-PE" sz="2500" kern="1200" dirty="0">
            <a:solidFill>
              <a:schemeClr val="accent6">
                <a:lumMod val="50000"/>
              </a:schemeClr>
            </a:solidFill>
          </a:endParaRPr>
        </a:p>
      </dsp:txBody>
      <dsp:txXfrm rot="-5400000">
        <a:off x="1315477" y="3436692"/>
        <a:ext cx="5411504" cy="110225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1781BB-ACE3-4BAA-8B03-2302BFF075E2}">
      <dsp:nvSpPr>
        <dsp:cNvPr id="0" name=""/>
        <dsp:cNvSpPr/>
      </dsp:nvSpPr>
      <dsp:spPr>
        <a:xfrm rot="5400000">
          <a:off x="3405085" y="-1625156"/>
          <a:ext cx="1561134" cy="5201829"/>
        </a:xfrm>
        <a:prstGeom prst="round2Same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53340" rIns="106680" bIns="53340" numCol="1" spcCol="1270" anchor="ctr" anchorCtr="0">
          <a:noAutofit/>
        </a:bodyPr>
        <a:lstStyle/>
        <a:p>
          <a:pPr marL="285750" lvl="1" indent="-285750" algn="just" defTabSz="1244600">
            <a:lnSpc>
              <a:spcPct val="90000"/>
            </a:lnSpc>
            <a:spcBef>
              <a:spcPct val="0"/>
            </a:spcBef>
            <a:spcAft>
              <a:spcPct val="15000"/>
            </a:spcAft>
            <a:buChar char="•"/>
          </a:pPr>
          <a:r>
            <a:rPr lang="es-ES" sz="2800" kern="1200" dirty="0"/>
            <a:t>Para guardar el estado de base de datos después de completar la transacción.</a:t>
          </a:r>
          <a:endParaRPr lang="es-PE" sz="2800" kern="1200" dirty="0"/>
        </a:p>
      </dsp:txBody>
      <dsp:txXfrm rot="-5400000">
        <a:off x="1584738" y="271399"/>
        <a:ext cx="5125621" cy="1408718"/>
      </dsp:txXfrm>
    </dsp:sp>
    <dsp:sp modelId="{063FD32C-4BAE-4664-8D91-FC5C8F6A584A}">
      <dsp:nvSpPr>
        <dsp:cNvPr id="0" name=""/>
        <dsp:cNvSpPr/>
      </dsp:nvSpPr>
      <dsp:spPr>
        <a:xfrm>
          <a:off x="42876" y="48"/>
          <a:ext cx="1541861" cy="195141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s-ES" sz="2100" kern="1200" dirty="0"/>
            <a:t>COMMIT</a:t>
          </a:r>
          <a:r>
            <a:rPr lang="es-ES_tradnl" sz="2100" kern="1200" dirty="0"/>
            <a:t> </a:t>
          </a:r>
          <a:endParaRPr lang="es-PE" sz="2100" kern="1200" dirty="0"/>
        </a:p>
      </dsp:txBody>
      <dsp:txXfrm>
        <a:off x="118143" y="75315"/>
        <a:ext cx="1391327" cy="1800883"/>
      </dsp:txXfrm>
    </dsp:sp>
    <dsp:sp modelId="{A9BA5147-A934-4DCA-8219-9A1FBE6438F7}">
      <dsp:nvSpPr>
        <dsp:cNvPr id="0" name=""/>
        <dsp:cNvSpPr/>
      </dsp:nvSpPr>
      <dsp:spPr>
        <a:xfrm rot="5400000">
          <a:off x="3405085" y="423831"/>
          <a:ext cx="1561134" cy="5201829"/>
        </a:xfrm>
        <a:prstGeom prst="round2Same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53340" rIns="106680" bIns="53340" numCol="1" spcCol="1270" anchor="ctr" anchorCtr="0">
          <a:noAutofit/>
        </a:bodyPr>
        <a:lstStyle/>
        <a:p>
          <a:pPr marL="285750" lvl="1" indent="-285750" algn="just" defTabSz="1244600">
            <a:lnSpc>
              <a:spcPct val="90000"/>
            </a:lnSpc>
            <a:spcBef>
              <a:spcPct val="0"/>
            </a:spcBef>
            <a:spcAft>
              <a:spcPct val="15000"/>
            </a:spcAft>
            <a:buChar char="•"/>
          </a:pPr>
          <a:r>
            <a:rPr lang="es-ES" sz="2800" kern="1200" dirty="0"/>
            <a:t>Para restaurar el estado de base de datos, en un estado antes del inicio de la operación.</a:t>
          </a:r>
          <a:endParaRPr lang="es-PE" sz="2800" kern="1200" dirty="0"/>
        </a:p>
      </dsp:txBody>
      <dsp:txXfrm rot="-5400000">
        <a:off x="1584738" y="2320386"/>
        <a:ext cx="5125621" cy="1408718"/>
      </dsp:txXfrm>
    </dsp:sp>
    <dsp:sp modelId="{F0A8E948-A9FE-4AF1-BEE9-05298273856E}">
      <dsp:nvSpPr>
        <dsp:cNvPr id="0" name=""/>
        <dsp:cNvSpPr/>
      </dsp:nvSpPr>
      <dsp:spPr>
        <a:xfrm>
          <a:off x="42876" y="2049037"/>
          <a:ext cx="1541861" cy="1951417"/>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s-ES" sz="2100" kern="1200" dirty="0"/>
            <a:t>ROLLBACK </a:t>
          </a:r>
          <a:r>
            <a:rPr lang="es-ES_tradnl" sz="2100" kern="1200" dirty="0"/>
            <a:t> </a:t>
          </a:r>
          <a:endParaRPr lang="es-PE" sz="2100" kern="1200" dirty="0"/>
        </a:p>
      </dsp:txBody>
      <dsp:txXfrm>
        <a:off x="118143" y="2124304"/>
        <a:ext cx="1391327" cy="180088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06CD6C-B110-481B-AF53-ACEE5A002F34}">
      <dsp:nvSpPr>
        <dsp:cNvPr id="0" name=""/>
        <dsp:cNvSpPr/>
      </dsp:nvSpPr>
      <dsp:spPr>
        <a:xfrm>
          <a:off x="2155715" y="2026"/>
          <a:ext cx="5764887" cy="1097273"/>
        </a:xfrm>
        <a:prstGeom prst="rightArrow">
          <a:avLst>
            <a:gd name="adj1" fmla="val 75000"/>
            <a:gd name="adj2" fmla="val 50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t" anchorCtr="0">
          <a:noAutofit/>
        </a:bodyPr>
        <a:lstStyle/>
        <a:p>
          <a:pPr marL="228600" lvl="1" indent="-228600" algn="l" defTabSz="1155700">
            <a:lnSpc>
              <a:spcPct val="90000"/>
            </a:lnSpc>
            <a:spcBef>
              <a:spcPct val="0"/>
            </a:spcBef>
            <a:spcAft>
              <a:spcPct val="15000"/>
            </a:spcAft>
            <a:buChar char="•"/>
          </a:pPr>
          <a:r>
            <a:rPr lang="es-ES_tradnl" sz="2600" kern="1200" dirty="0"/>
            <a:t>Especifica la tabla de la cual se van a seleccionar los registros.</a:t>
          </a:r>
          <a:endParaRPr lang="es-PE" sz="2600" kern="1200" dirty="0"/>
        </a:p>
      </dsp:txBody>
      <dsp:txXfrm>
        <a:off x="2155715" y="139185"/>
        <a:ext cx="5353410" cy="822955"/>
      </dsp:txXfrm>
    </dsp:sp>
    <dsp:sp modelId="{C78B8F6A-F181-4E1B-895D-26D87693F5B9}">
      <dsp:nvSpPr>
        <dsp:cNvPr id="0" name=""/>
        <dsp:cNvSpPr/>
      </dsp:nvSpPr>
      <dsp:spPr>
        <a:xfrm>
          <a:off x="163319" y="2026"/>
          <a:ext cx="1992395" cy="1097273"/>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s-ES_tradnl" sz="3100" kern="1200" dirty="0"/>
            <a:t>FROM</a:t>
          </a:r>
          <a:endParaRPr lang="es-PE" sz="3100" kern="1200" dirty="0"/>
        </a:p>
      </dsp:txBody>
      <dsp:txXfrm>
        <a:off x="216883" y="55590"/>
        <a:ext cx="1885267" cy="990145"/>
      </dsp:txXfrm>
    </dsp:sp>
    <dsp:sp modelId="{A804BBFC-9EF4-493D-A09D-81E211D2EAF9}">
      <dsp:nvSpPr>
        <dsp:cNvPr id="0" name=""/>
        <dsp:cNvSpPr/>
      </dsp:nvSpPr>
      <dsp:spPr>
        <a:xfrm>
          <a:off x="2155715" y="1209027"/>
          <a:ext cx="5764887" cy="1097273"/>
        </a:xfrm>
        <a:prstGeom prst="rightArrow">
          <a:avLst>
            <a:gd name="adj1" fmla="val 75000"/>
            <a:gd name="adj2" fmla="val 50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t" anchorCtr="0">
          <a:noAutofit/>
        </a:bodyPr>
        <a:lstStyle/>
        <a:p>
          <a:pPr marL="228600" lvl="1" indent="-228600" algn="l" defTabSz="1155700">
            <a:lnSpc>
              <a:spcPct val="90000"/>
            </a:lnSpc>
            <a:spcBef>
              <a:spcPct val="0"/>
            </a:spcBef>
            <a:spcAft>
              <a:spcPct val="15000"/>
            </a:spcAft>
            <a:buChar char="•"/>
          </a:pPr>
          <a:r>
            <a:rPr lang="es-ES_tradnl" sz="2600" kern="1200" dirty="0"/>
            <a:t>Especifica las condiciones que deben de reunir los registros. </a:t>
          </a:r>
          <a:endParaRPr lang="es-PE" sz="2600" kern="1200" dirty="0"/>
        </a:p>
      </dsp:txBody>
      <dsp:txXfrm>
        <a:off x="2155715" y="1346186"/>
        <a:ext cx="5353410" cy="822955"/>
      </dsp:txXfrm>
    </dsp:sp>
    <dsp:sp modelId="{36D54D7B-F8A7-4891-A7AC-730680B54655}">
      <dsp:nvSpPr>
        <dsp:cNvPr id="0" name=""/>
        <dsp:cNvSpPr/>
      </dsp:nvSpPr>
      <dsp:spPr>
        <a:xfrm>
          <a:off x="163319" y="1209027"/>
          <a:ext cx="1992395" cy="1097273"/>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s-ES_tradnl" sz="3100" kern="1200" dirty="0"/>
            <a:t>WHERE</a:t>
          </a:r>
          <a:endParaRPr lang="es-PE" sz="3100" kern="1200" dirty="0"/>
        </a:p>
      </dsp:txBody>
      <dsp:txXfrm>
        <a:off x="216883" y="1262591"/>
        <a:ext cx="1885267" cy="990145"/>
      </dsp:txXfrm>
    </dsp:sp>
    <dsp:sp modelId="{01DBD31C-60EB-454A-8D0C-64897D76F227}">
      <dsp:nvSpPr>
        <dsp:cNvPr id="0" name=""/>
        <dsp:cNvSpPr/>
      </dsp:nvSpPr>
      <dsp:spPr>
        <a:xfrm>
          <a:off x="2155715" y="2416028"/>
          <a:ext cx="5764887" cy="1097273"/>
        </a:xfrm>
        <a:prstGeom prst="rightArrow">
          <a:avLst>
            <a:gd name="adj1" fmla="val 75000"/>
            <a:gd name="adj2" fmla="val 50000"/>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t" anchorCtr="0">
          <a:noAutofit/>
        </a:bodyPr>
        <a:lstStyle/>
        <a:p>
          <a:pPr marL="228600" lvl="1" indent="-228600" algn="l" defTabSz="1066800">
            <a:lnSpc>
              <a:spcPct val="90000"/>
            </a:lnSpc>
            <a:spcBef>
              <a:spcPct val="0"/>
            </a:spcBef>
            <a:spcAft>
              <a:spcPct val="15000"/>
            </a:spcAft>
            <a:buChar char="•"/>
          </a:pPr>
          <a:r>
            <a:rPr lang="es-ES_tradnl" sz="2400" kern="1200" dirty="0"/>
            <a:t>Separa los registros seleccionados a grupos específicos.</a:t>
          </a:r>
          <a:endParaRPr lang="es-PE" sz="2400" kern="1200" dirty="0"/>
        </a:p>
      </dsp:txBody>
      <dsp:txXfrm>
        <a:off x="2155715" y="2553187"/>
        <a:ext cx="5353410" cy="822955"/>
      </dsp:txXfrm>
    </dsp:sp>
    <dsp:sp modelId="{7E695A18-88FC-4EDD-880E-FFB32AA706CD}">
      <dsp:nvSpPr>
        <dsp:cNvPr id="0" name=""/>
        <dsp:cNvSpPr/>
      </dsp:nvSpPr>
      <dsp:spPr>
        <a:xfrm>
          <a:off x="163319" y="2416028"/>
          <a:ext cx="1992395" cy="1097273"/>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s-ES_tradnl" sz="3100" kern="1200" dirty="0"/>
            <a:t>GROUP BY</a:t>
          </a:r>
          <a:endParaRPr lang="es-PE" sz="3100" kern="1200" dirty="0"/>
        </a:p>
      </dsp:txBody>
      <dsp:txXfrm>
        <a:off x="216883" y="2469592"/>
        <a:ext cx="1885267" cy="990145"/>
      </dsp:txXfrm>
    </dsp:sp>
    <dsp:sp modelId="{BE1B9FE3-45E5-4B02-BC3C-0403944F5A27}">
      <dsp:nvSpPr>
        <dsp:cNvPr id="0" name=""/>
        <dsp:cNvSpPr/>
      </dsp:nvSpPr>
      <dsp:spPr>
        <a:xfrm>
          <a:off x="2155715" y="3623029"/>
          <a:ext cx="5764887" cy="1097273"/>
        </a:xfrm>
        <a:prstGeom prst="rightArrow">
          <a:avLst>
            <a:gd name="adj1" fmla="val 75000"/>
            <a:gd name="adj2" fmla="val 50000"/>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t" anchorCtr="0">
          <a:noAutofit/>
        </a:bodyPr>
        <a:lstStyle/>
        <a:p>
          <a:pPr marL="228600" lvl="1" indent="-228600" algn="l" defTabSz="1155700">
            <a:lnSpc>
              <a:spcPct val="90000"/>
            </a:lnSpc>
            <a:spcBef>
              <a:spcPct val="0"/>
            </a:spcBef>
            <a:spcAft>
              <a:spcPct val="15000"/>
            </a:spcAft>
            <a:buChar char="•"/>
          </a:pPr>
          <a:r>
            <a:rPr lang="es-ES_tradnl" sz="2600" kern="1200" dirty="0"/>
            <a:t>Expresa la condición que satisface cada grupo.</a:t>
          </a:r>
          <a:endParaRPr lang="es-PE" sz="2600" kern="1200" dirty="0"/>
        </a:p>
      </dsp:txBody>
      <dsp:txXfrm>
        <a:off x="2155715" y="3760188"/>
        <a:ext cx="5353410" cy="822955"/>
      </dsp:txXfrm>
    </dsp:sp>
    <dsp:sp modelId="{8973BAFE-961C-4ABA-8F9B-08F25C497787}">
      <dsp:nvSpPr>
        <dsp:cNvPr id="0" name=""/>
        <dsp:cNvSpPr/>
      </dsp:nvSpPr>
      <dsp:spPr>
        <a:xfrm>
          <a:off x="163319" y="3623029"/>
          <a:ext cx="1992395" cy="1097273"/>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s-ES_tradnl" sz="3100" kern="1200" dirty="0"/>
            <a:t>HAVING</a:t>
          </a:r>
          <a:endParaRPr lang="es-PE" sz="3100" kern="1200" dirty="0"/>
        </a:p>
      </dsp:txBody>
      <dsp:txXfrm>
        <a:off x="216883" y="3676593"/>
        <a:ext cx="1885267" cy="990145"/>
      </dsp:txXfrm>
    </dsp:sp>
    <dsp:sp modelId="{C9ED5FDC-74C2-4F30-81E7-5941E76EA295}">
      <dsp:nvSpPr>
        <dsp:cNvPr id="0" name=""/>
        <dsp:cNvSpPr/>
      </dsp:nvSpPr>
      <dsp:spPr>
        <a:xfrm>
          <a:off x="2155715" y="4830029"/>
          <a:ext cx="5764887" cy="1097273"/>
        </a:xfrm>
        <a:prstGeom prst="rightArrow">
          <a:avLst>
            <a:gd name="adj1" fmla="val 75000"/>
            <a:gd name="adj2" fmla="val 50000"/>
          </a:avLst>
        </a:prstGeom>
        <a:solidFill>
          <a:schemeClr val="accent6">
            <a:tint val="40000"/>
            <a:alpha val="90000"/>
            <a:hueOff val="0"/>
            <a:satOff val="0"/>
            <a:lumOff val="0"/>
            <a:alphaOff val="0"/>
          </a:schemeClr>
        </a:solidFill>
        <a:ln w="1270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875" tIns="15875" rIns="15875" bIns="15875" numCol="1" spcCol="1270" anchor="t" anchorCtr="0">
          <a:noAutofit/>
        </a:bodyPr>
        <a:lstStyle/>
        <a:p>
          <a:pPr marL="228600" lvl="1" indent="-228600" algn="l" defTabSz="1111250">
            <a:lnSpc>
              <a:spcPct val="90000"/>
            </a:lnSpc>
            <a:spcBef>
              <a:spcPct val="0"/>
            </a:spcBef>
            <a:spcAft>
              <a:spcPct val="15000"/>
            </a:spcAft>
            <a:buChar char="•"/>
          </a:pPr>
          <a:r>
            <a:rPr lang="es-ES_tradnl" sz="2500" kern="1200" dirty="0"/>
            <a:t>Ordena los registros seleccionados de acuerdo a un orden especifico.</a:t>
          </a:r>
          <a:endParaRPr lang="es-PE" sz="2500" kern="1200" dirty="0"/>
        </a:p>
      </dsp:txBody>
      <dsp:txXfrm>
        <a:off x="2155715" y="4967188"/>
        <a:ext cx="5353410" cy="822955"/>
      </dsp:txXfrm>
    </dsp:sp>
    <dsp:sp modelId="{B1F0375D-E495-4A74-9D57-30E95F5770C0}">
      <dsp:nvSpPr>
        <dsp:cNvPr id="0" name=""/>
        <dsp:cNvSpPr/>
      </dsp:nvSpPr>
      <dsp:spPr>
        <a:xfrm>
          <a:off x="163319" y="4830029"/>
          <a:ext cx="1992395" cy="1097273"/>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s-ES_tradnl" sz="3100" kern="1200" dirty="0"/>
            <a:t>ORDER BY</a:t>
          </a:r>
          <a:endParaRPr lang="es-PE" sz="3100" kern="1200" dirty="0"/>
        </a:p>
      </dsp:txBody>
      <dsp:txXfrm>
        <a:off x="216883" y="4883593"/>
        <a:ext cx="1885267" cy="99014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0E8AB8-F5B5-49AC-A1F6-2C62064349BE}">
      <dsp:nvSpPr>
        <dsp:cNvPr id="0" name=""/>
        <dsp:cNvSpPr/>
      </dsp:nvSpPr>
      <dsp:spPr>
        <a:xfrm>
          <a:off x="2634641" y="2668198"/>
          <a:ext cx="3972645" cy="3261131"/>
        </a:xfrm>
        <a:prstGeom prst="gear9">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s-ES_tradnl" sz="2000" b="1" i="1" kern="1200" dirty="0">
              <a:solidFill>
                <a:schemeClr val="accent4">
                  <a:lumMod val="40000"/>
                  <a:lumOff val="60000"/>
                </a:schemeClr>
              </a:solidFill>
              <a:latin typeface="Lucida Handwriting" pitchFamily="66" charset="0"/>
            </a:rPr>
            <a:t>OPERADORES</a:t>
          </a:r>
          <a:endParaRPr lang="es-PE" sz="2000" b="1" i="1" kern="1200" dirty="0">
            <a:solidFill>
              <a:schemeClr val="accent4">
                <a:lumMod val="40000"/>
                <a:lumOff val="60000"/>
              </a:schemeClr>
            </a:solidFill>
            <a:latin typeface="Lucida Handwriting" pitchFamily="66" charset="0"/>
          </a:endParaRPr>
        </a:p>
      </dsp:txBody>
      <dsp:txXfrm>
        <a:off x="3380142" y="3432102"/>
        <a:ext cx="2481643" cy="1676289"/>
      </dsp:txXfrm>
    </dsp:sp>
    <dsp:sp modelId="{B4299ADD-F1FF-4F8A-9DAC-687666DF6A0E}">
      <dsp:nvSpPr>
        <dsp:cNvPr id="0" name=""/>
        <dsp:cNvSpPr/>
      </dsp:nvSpPr>
      <dsp:spPr>
        <a:xfrm>
          <a:off x="199320" y="1980704"/>
          <a:ext cx="2889196" cy="2371732"/>
        </a:xfrm>
        <a:prstGeom prst="gear6">
          <a:avLst/>
        </a:prstGeom>
        <a:gradFill rotWithShape="0">
          <a:gsLst>
            <a:gs pos="0">
              <a:schemeClr val="accent3">
                <a:hueOff val="1355300"/>
                <a:satOff val="50000"/>
                <a:lumOff val="-7353"/>
                <a:alphaOff val="0"/>
                <a:satMod val="103000"/>
                <a:lumMod val="102000"/>
                <a:tint val="94000"/>
              </a:schemeClr>
            </a:gs>
            <a:gs pos="50000">
              <a:schemeClr val="accent3">
                <a:hueOff val="1355300"/>
                <a:satOff val="50000"/>
                <a:lumOff val="-7353"/>
                <a:alphaOff val="0"/>
                <a:satMod val="110000"/>
                <a:lumMod val="100000"/>
                <a:shade val="100000"/>
              </a:schemeClr>
            </a:gs>
            <a:gs pos="100000">
              <a:schemeClr val="accent3">
                <a:hueOff val="1355300"/>
                <a:satOff val="50000"/>
                <a:lumOff val="-735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s-ES_tradnl" sz="1700" kern="1200" dirty="0"/>
            <a:t>OPERADORES</a:t>
          </a:r>
        </a:p>
        <a:p>
          <a:pPr marL="0" lvl="0" indent="0" algn="ctr" defTabSz="755650">
            <a:lnSpc>
              <a:spcPct val="90000"/>
            </a:lnSpc>
            <a:spcBef>
              <a:spcPct val="0"/>
            </a:spcBef>
            <a:spcAft>
              <a:spcPct val="35000"/>
            </a:spcAft>
            <a:buNone/>
          </a:pPr>
          <a:r>
            <a:rPr lang="es-ES_tradnl" sz="1700" kern="1200" dirty="0"/>
            <a:t>DE</a:t>
          </a:r>
        </a:p>
        <a:p>
          <a:pPr marL="0" lvl="0" indent="0" algn="ctr" defTabSz="755650">
            <a:lnSpc>
              <a:spcPct val="90000"/>
            </a:lnSpc>
            <a:spcBef>
              <a:spcPct val="0"/>
            </a:spcBef>
            <a:spcAft>
              <a:spcPct val="35000"/>
            </a:spcAft>
            <a:buNone/>
          </a:pPr>
          <a:r>
            <a:rPr lang="es-ES_tradnl" sz="1700" kern="1200" dirty="0"/>
            <a:t>COMPARACIÓN</a:t>
          </a:r>
          <a:endParaRPr lang="es-PE" sz="1700" kern="1200" dirty="0"/>
        </a:p>
      </dsp:txBody>
      <dsp:txXfrm>
        <a:off x="871630" y="2581403"/>
        <a:ext cx="1544576" cy="1170334"/>
      </dsp:txXfrm>
    </dsp:sp>
    <dsp:sp modelId="{9155EE44-FBF6-456B-AB59-CD93E19D63BE}">
      <dsp:nvSpPr>
        <dsp:cNvPr id="0" name=""/>
        <dsp:cNvSpPr/>
      </dsp:nvSpPr>
      <dsp:spPr>
        <a:xfrm rot="20700000">
          <a:off x="2075130" y="353921"/>
          <a:ext cx="3016401" cy="2138234"/>
        </a:xfrm>
        <a:prstGeom prst="gear6">
          <a:avLst/>
        </a:prstGeom>
        <a:gradFill rotWithShape="0">
          <a:gsLst>
            <a:gs pos="0">
              <a:schemeClr val="accent3">
                <a:hueOff val="2710599"/>
                <a:satOff val="100000"/>
                <a:lumOff val="-14706"/>
                <a:alphaOff val="0"/>
                <a:satMod val="103000"/>
                <a:lumMod val="102000"/>
                <a:tint val="94000"/>
              </a:schemeClr>
            </a:gs>
            <a:gs pos="50000">
              <a:schemeClr val="accent3">
                <a:hueOff val="2710599"/>
                <a:satOff val="100000"/>
                <a:lumOff val="-14706"/>
                <a:alphaOff val="0"/>
                <a:satMod val="110000"/>
                <a:lumMod val="100000"/>
                <a:shade val="100000"/>
              </a:schemeClr>
            </a:gs>
            <a:gs pos="100000">
              <a:schemeClr val="accent3">
                <a:hueOff val="2710599"/>
                <a:satOff val="100000"/>
                <a:lumOff val="-14706"/>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s-ES_tradnl" sz="1800" kern="1200" dirty="0"/>
            <a:t>OPERADORES</a:t>
          </a:r>
        </a:p>
        <a:p>
          <a:pPr marL="0" lvl="0" indent="0" algn="ctr" defTabSz="800100">
            <a:lnSpc>
              <a:spcPct val="90000"/>
            </a:lnSpc>
            <a:spcBef>
              <a:spcPct val="0"/>
            </a:spcBef>
            <a:spcAft>
              <a:spcPct val="35000"/>
            </a:spcAft>
            <a:buNone/>
          </a:pPr>
          <a:r>
            <a:rPr lang="es-ES_tradnl" sz="1800" kern="1200" dirty="0"/>
            <a:t>LÓGICOS</a:t>
          </a:r>
          <a:endParaRPr lang="es-PE" sz="1800" kern="1200" dirty="0"/>
        </a:p>
      </dsp:txBody>
      <dsp:txXfrm rot="-20700000">
        <a:off x="2788802" y="770812"/>
        <a:ext cx="1589058" cy="1304452"/>
      </dsp:txXfrm>
    </dsp:sp>
    <dsp:sp modelId="{B7298A15-9860-43C4-94C1-14F0D361CC54}">
      <dsp:nvSpPr>
        <dsp:cNvPr id="0" name=""/>
        <dsp:cNvSpPr/>
      </dsp:nvSpPr>
      <dsp:spPr>
        <a:xfrm rot="8157948" flipH="1">
          <a:off x="2532262" y="1931467"/>
          <a:ext cx="4627989" cy="4641179"/>
        </a:xfrm>
        <a:prstGeom prst="circularArrow">
          <a:avLst>
            <a:gd name="adj1" fmla="val 4688"/>
            <a:gd name="adj2" fmla="val 299029"/>
            <a:gd name="adj3" fmla="val 2546362"/>
            <a:gd name="adj4" fmla="val 15797696"/>
            <a:gd name="adj5" fmla="val 5469"/>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41444AC5-BBEC-4F92-88EF-739C390C8748}">
      <dsp:nvSpPr>
        <dsp:cNvPr id="0" name=""/>
        <dsp:cNvSpPr/>
      </dsp:nvSpPr>
      <dsp:spPr>
        <a:xfrm>
          <a:off x="-292828" y="1448507"/>
          <a:ext cx="3694560" cy="3032852"/>
        </a:xfrm>
        <a:prstGeom prst="leftCircularArrow">
          <a:avLst>
            <a:gd name="adj1" fmla="val 6452"/>
            <a:gd name="adj2" fmla="val 429999"/>
            <a:gd name="adj3" fmla="val 10489124"/>
            <a:gd name="adj4" fmla="val 14837806"/>
            <a:gd name="adj5" fmla="val 7527"/>
          </a:avLst>
        </a:prstGeom>
        <a:gradFill rotWithShape="0">
          <a:gsLst>
            <a:gs pos="0">
              <a:schemeClr val="accent3">
                <a:hueOff val="1355300"/>
                <a:satOff val="50000"/>
                <a:lumOff val="-7353"/>
                <a:alphaOff val="0"/>
                <a:satMod val="103000"/>
                <a:lumMod val="102000"/>
                <a:tint val="94000"/>
              </a:schemeClr>
            </a:gs>
            <a:gs pos="50000">
              <a:schemeClr val="accent3">
                <a:hueOff val="1355300"/>
                <a:satOff val="50000"/>
                <a:lumOff val="-7353"/>
                <a:alphaOff val="0"/>
                <a:satMod val="110000"/>
                <a:lumMod val="100000"/>
                <a:shade val="100000"/>
              </a:schemeClr>
            </a:gs>
            <a:gs pos="100000">
              <a:schemeClr val="accent3">
                <a:hueOff val="1355300"/>
                <a:satOff val="50000"/>
                <a:lumOff val="-7353"/>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B6FC9283-A817-4BC5-A43E-EFBD0C6BCCF5}">
      <dsp:nvSpPr>
        <dsp:cNvPr id="0" name=""/>
        <dsp:cNvSpPr/>
      </dsp:nvSpPr>
      <dsp:spPr>
        <a:xfrm>
          <a:off x="1527175" y="-255315"/>
          <a:ext cx="3983479" cy="3270025"/>
        </a:xfrm>
        <a:prstGeom prst="circularArrow">
          <a:avLst>
            <a:gd name="adj1" fmla="val 5984"/>
            <a:gd name="adj2" fmla="val 394124"/>
            <a:gd name="adj3" fmla="val 13313824"/>
            <a:gd name="adj4" fmla="val 10508221"/>
            <a:gd name="adj5" fmla="val 6981"/>
          </a:avLst>
        </a:prstGeom>
        <a:gradFill rotWithShape="0">
          <a:gsLst>
            <a:gs pos="0">
              <a:schemeClr val="accent3">
                <a:hueOff val="2710599"/>
                <a:satOff val="100000"/>
                <a:lumOff val="-14706"/>
                <a:alphaOff val="0"/>
                <a:satMod val="103000"/>
                <a:lumMod val="102000"/>
                <a:tint val="94000"/>
              </a:schemeClr>
            </a:gs>
            <a:gs pos="50000">
              <a:schemeClr val="accent3">
                <a:hueOff val="2710599"/>
                <a:satOff val="100000"/>
                <a:lumOff val="-14706"/>
                <a:alphaOff val="0"/>
                <a:satMod val="110000"/>
                <a:lumMod val="100000"/>
                <a:shade val="100000"/>
              </a:schemeClr>
            </a:gs>
            <a:gs pos="100000">
              <a:schemeClr val="accent3">
                <a:hueOff val="2710599"/>
                <a:satOff val="100000"/>
                <a:lumOff val="-14706"/>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B8402C-2DA9-4FEF-85DF-44ACFBCD940B}"/>
              </a:ext>
            </a:extLst>
          </p:cNvPr>
          <p:cNvSpPr>
            <a:spLocks noGrp="1"/>
          </p:cNvSpPr>
          <p:nvPr>
            <p:ph type="ctrTitle"/>
          </p:nvPr>
        </p:nvSpPr>
        <p:spPr>
          <a:xfrm>
            <a:off x="1143000" y="1122363"/>
            <a:ext cx="6858000" cy="2387600"/>
          </a:xfrm>
        </p:spPr>
        <p:txBody>
          <a:bodyPr anchor="b"/>
          <a:lstStyle>
            <a:lvl1pPr algn="ctr">
              <a:defRPr sz="45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85AE6DAE-08FE-469B-8479-00AF0FCD87F3}"/>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4251A99E-F07C-4161-9025-1DE3888BDF5B}"/>
              </a:ext>
            </a:extLst>
          </p:cNvPr>
          <p:cNvSpPr>
            <a:spLocks noGrp="1"/>
          </p:cNvSpPr>
          <p:nvPr>
            <p:ph type="dt" sz="half" idx="10"/>
          </p:nvPr>
        </p:nvSpPr>
        <p:spPr/>
        <p:txBody>
          <a:bodyPr/>
          <a:lstStyle/>
          <a:p>
            <a:fld id="{8F684750-FBCB-4708-8F5A-CA33254C5E24}" type="datetimeFigureOut">
              <a:rPr lang="es-PE" smtClean="0"/>
              <a:pPr/>
              <a:t>9/09/2025</a:t>
            </a:fld>
            <a:endParaRPr lang="es-PE"/>
          </a:p>
        </p:txBody>
      </p:sp>
      <p:sp>
        <p:nvSpPr>
          <p:cNvPr id="5" name="Marcador de pie de página 4">
            <a:extLst>
              <a:ext uri="{FF2B5EF4-FFF2-40B4-BE49-F238E27FC236}">
                <a16:creationId xmlns:a16="http://schemas.microsoft.com/office/drawing/2014/main" id="{316E3A10-8864-4C3A-A138-9547D66832D6}"/>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2AA9265C-A6EE-43B3-B418-2EBADC51367D}"/>
              </a:ext>
            </a:extLst>
          </p:cNvPr>
          <p:cNvSpPr>
            <a:spLocks noGrp="1"/>
          </p:cNvSpPr>
          <p:nvPr>
            <p:ph type="sldNum" sz="quarter" idx="12"/>
          </p:nvPr>
        </p:nvSpPr>
        <p:spPr/>
        <p:txBody>
          <a:bodyPr/>
          <a:lstStyle/>
          <a:p>
            <a:fld id="{71952AE3-6460-489F-97A7-23892C256CCD}" type="slidenum">
              <a:rPr lang="es-PE" smtClean="0"/>
              <a:pPr/>
              <a:t>‹Nº›</a:t>
            </a:fld>
            <a:endParaRPr lang="es-PE"/>
          </a:p>
        </p:txBody>
      </p:sp>
    </p:spTree>
    <p:extLst>
      <p:ext uri="{BB962C8B-B14F-4D97-AF65-F5344CB8AC3E}">
        <p14:creationId xmlns:p14="http://schemas.microsoft.com/office/powerpoint/2010/main" val="16201379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C9F6E7-5023-49DA-8399-9833A1ACDA5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BA97AF89-5E47-479D-99F5-72FD61315E27}"/>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DC66F96-5788-4097-B833-7FB71AC31E00}"/>
              </a:ext>
            </a:extLst>
          </p:cNvPr>
          <p:cNvSpPr>
            <a:spLocks noGrp="1"/>
          </p:cNvSpPr>
          <p:nvPr>
            <p:ph type="dt" sz="half" idx="10"/>
          </p:nvPr>
        </p:nvSpPr>
        <p:spPr/>
        <p:txBody>
          <a:bodyPr/>
          <a:lstStyle/>
          <a:p>
            <a:fld id="{8F684750-FBCB-4708-8F5A-CA33254C5E24}" type="datetimeFigureOut">
              <a:rPr lang="es-PE" smtClean="0"/>
              <a:pPr/>
              <a:t>9/09/2025</a:t>
            </a:fld>
            <a:endParaRPr lang="es-PE"/>
          </a:p>
        </p:txBody>
      </p:sp>
      <p:sp>
        <p:nvSpPr>
          <p:cNvPr id="5" name="Marcador de pie de página 4">
            <a:extLst>
              <a:ext uri="{FF2B5EF4-FFF2-40B4-BE49-F238E27FC236}">
                <a16:creationId xmlns:a16="http://schemas.microsoft.com/office/drawing/2014/main" id="{028DD33B-5D7B-493F-B8C2-C5D1DAE41A67}"/>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D34B6CBF-2E67-48A7-A7A3-506CA85C142E}"/>
              </a:ext>
            </a:extLst>
          </p:cNvPr>
          <p:cNvSpPr>
            <a:spLocks noGrp="1"/>
          </p:cNvSpPr>
          <p:nvPr>
            <p:ph type="sldNum" sz="quarter" idx="12"/>
          </p:nvPr>
        </p:nvSpPr>
        <p:spPr/>
        <p:txBody>
          <a:bodyPr/>
          <a:lstStyle/>
          <a:p>
            <a:fld id="{71952AE3-6460-489F-97A7-23892C256CCD}" type="slidenum">
              <a:rPr lang="es-PE" smtClean="0"/>
              <a:pPr/>
              <a:t>‹Nº›</a:t>
            </a:fld>
            <a:endParaRPr lang="es-PE"/>
          </a:p>
        </p:txBody>
      </p:sp>
    </p:spTree>
    <p:extLst>
      <p:ext uri="{BB962C8B-B14F-4D97-AF65-F5344CB8AC3E}">
        <p14:creationId xmlns:p14="http://schemas.microsoft.com/office/powerpoint/2010/main" val="1271834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86AD13-AE11-439F-8BEF-1A7C90E296A8}"/>
              </a:ext>
            </a:extLst>
          </p:cNvPr>
          <p:cNvSpPr>
            <a:spLocks noGrp="1"/>
          </p:cNvSpPr>
          <p:nvPr>
            <p:ph type="title"/>
          </p:nvPr>
        </p:nvSpPr>
        <p:spPr>
          <a:xfrm>
            <a:off x="623888" y="1709739"/>
            <a:ext cx="7886700" cy="2852737"/>
          </a:xfrm>
        </p:spPr>
        <p:txBody>
          <a:bodyPr anchor="b"/>
          <a:lstStyle>
            <a:lvl1pPr>
              <a:defRPr sz="45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DAC81DC-5127-40BB-BF20-498FDFC36A19}"/>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21119B33-3A42-405D-8C01-36B868649EDF}"/>
              </a:ext>
            </a:extLst>
          </p:cNvPr>
          <p:cNvSpPr>
            <a:spLocks noGrp="1"/>
          </p:cNvSpPr>
          <p:nvPr>
            <p:ph type="dt" sz="half" idx="10"/>
          </p:nvPr>
        </p:nvSpPr>
        <p:spPr/>
        <p:txBody>
          <a:bodyPr/>
          <a:lstStyle/>
          <a:p>
            <a:fld id="{8F684750-FBCB-4708-8F5A-CA33254C5E24}" type="datetimeFigureOut">
              <a:rPr lang="es-PE" smtClean="0"/>
              <a:pPr/>
              <a:t>9/09/2025</a:t>
            </a:fld>
            <a:endParaRPr lang="es-PE"/>
          </a:p>
        </p:txBody>
      </p:sp>
      <p:sp>
        <p:nvSpPr>
          <p:cNvPr id="5" name="Marcador de pie de página 4">
            <a:extLst>
              <a:ext uri="{FF2B5EF4-FFF2-40B4-BE49-F238E27FC236}">
                <a16:creationId xmlns:a16="http://schemas.microsoft.com/office/drawing/2014/main" id="{CA257288-40D6-4056-9E33-A2EBDCBB76B9}"/>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53BA2A54-119E-425C-8E0A-8296A5A80C87}"/>
              </a:ext>
            </a:extLst>
          </p:cNvPr>
          <p:cNvSpPr>
            <a:spLocks noGrp="1"/>
          </p:cNvSpPr>
          <p:nvPr>
            <p:ph type="sldNum" sz="quarter" idx="12"/>
          </p:nvPr>
        </p:nvSpPr>
        <p:spPr/>
        <p:txBody>
          <a:bodyPr/>
          <a:lstStyle/>
          <a:p>
            <a:fld id="{71952AE3-6460-489F-97A7-23892C256CCD}" type="slidenum">
              <a:rPr lang="es-PE" smtClean="0"/>
              <a:pPr/>
              <a:t>‹Nº›</a:t>
            </a:fld>
            <a:endParaRPr lang="es-PE"/>
          </a:p>
        </p:txBody>
      </p:sp>
    </p:spTree>
    <p:extLst>
      <p:ext uri="{BB962C8B-B14F-4D97-AF65-F5344CB8AC3E}">
        <p14:creationId xmlns:p14="http://schemas.microsoft.com/office/powerpoint/2010/main" val="1366326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91E2A8-CA3C-4BB6-90CB-FF0F6C362643}"/>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787B44B6-C9C9-44CF-ACA1-C6032E83A945}"/>
              </a:ext>
            </a:extLst>
          </p:cNvPr>
          <p:cNvSpPr>
            <a:spLocks noGrp="1"/>
          </p:cNvSpPr>
          <p:nvPr>
            <p:ph sz="half" idx="1"/>
          </p:nvPr>
        </p:nvSpPr>
        <p:spPr>
          <a:xfrm>
            <a:off x="6286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3BD4447A-743A-416F-8BEE-A4B3F9EAA736}"/>
              </a:ext>
            </a:extLst>
          </p:cNvPr>
          <p:cNvSpPr>
            <a:spLocks noGrp="1"/>
          </p:cNvSpPr>
          <p:nvPr>
            <p:ph sz="half" idx="2"/>
          </p:nvPr>
        </p:nvSpPr>
        <p:spPr>
          <a:xfrm>
            <a:off x="46291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9A695DA3-15B0-46F7-A644-5A1965B9E276}"/>
              </a:ext>
            </a:extLst>
          </p:cNvPr>
          <p:cNvSpPr>
            <a:spLocks noGrp="1"/>
          </p:cNvSpPr>
          <p:nvPr>
            <p:ph type="dt" sz="half" idx="10"/>
          </p:nvPr>
        </p:nvSpPr>
        <p:spPr/>
        <p:txBody>
          <a:bodyPr/>
          <a:lstStyle/>
          <a:p>
            <a:fld id="{8F684750-FBCB-4708-8F5A-CA33254C5E24}" type="datetimeFigureOut">
              <a:rPr lang="es-PE" smtClean="0"/>
              <a:pPr/>
              <a:t>9/09/2025</a:t>
            </a:fld>
            <a:endParaRPr lang="es-PE"/>
          </a:p>
        </p:txBody>
      </p:sp>
      <p:sp>
        <p:nvSpPr>
          <p:cNvPr id="6" name="Marcador de pie de página 5">
            <a:extLst>
              <a:ext uri="{FF2B5EF4-FFF2-40B4-BE49-F238E27FC236}">
                <a16:creationId xmlns:a16="http://schemas.microsoft.com/office/drawing/2014/main" id="{6FACBE35-D440-43E0-AFF0-8CCEE025B513}"/>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95E8254C-A27A-4060-A7C2-FDB8E6760FD7}"/>
              </a:ext>
            </a:extLst>
          </p:cNvPr>
          <p:cNvSpPr>
            <a:spLocks noGrp="1"/>
          </p:cNvSpPr>
          <p:nvPr>
            <p:ph type="sldNum" sz="quarter" idx="12"/>
          </p:nvPr>
        </p:nvSpPr>
        <p:spPr/>
        <p:txBody>
          <a:bodyPr/>
          <a:lstStyle/>
          <a:p>
            <a:fld id="{71952AE3-6460-489F-97A7-23892C256CCD}" type="slidenum">
              <a:rPr lang="es-PE" smtClean="0"/>
              <a:pPr/>
              <a:t>‹Nº›</a:t>
            </a:fld>
            <a:endParaRPr lang="es-PE"/>
          </a:p>
        </p:txBody>
      </p:sp>
    </p:spTree>
    <p:extLst>
      <p:ext uri="{BB962C8B-B14F-4D97-AF65-F5344CB8AC3E}">
        <p14:creationId xmlns:p14="http://schemas.microsoft.com/office/powerpoint/2010/main" val="1803638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23C247-27C3-4653-8666-03D5E278A730}"/>
              </a:ext>
            </a:extLst>
          </p:cNvPr>
          <p:cNvSpPr>
            <a:spLocks noGrp="1"/>
          </p:cNvSpPr>
          <p:nvPr>
            <p:ph type="title"/>
          </p:nvPr>
        </p:nvSpPr>
        <p:spPr>
          <a:xfrm>
            <a:off x="629841" y="365126"/>
            <a:ext cx="78867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AD4B25B5-0A5A-4D47-A90C-5156EA0CBE9E}"/>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C06939C-3CAA-45D2-9CBC-7CA89CBD6754}"/>
              </a:ext>
            </a:extLst>
          </p:cNvPr>
          <p:cNvSpPr>
            <a:spLocks noGrp="1"/>
          </p:cNvSpPr>
          <p:nvPr>
            <p:ph sz="half" idx="2"/>
          </p:nvPr>
        </p:nvSpPr>
        <p:spPr>
          <a:xfrm>
            <a:off x="629842" y="2505075"/>
            <a:ext cx="3868340"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D6282244-B9E3-441A-B102-6893B9A95B57}"/>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ED04FC66-812F-402F-BB07-2790A79448DA}"/>
              </a:ext>
            </a:extLst>
          </p:cNvPr>
          <p:cNvSpPr>
            <a:spLocks noGrp="1"/>
          </p:cNvSpPr>
          <p:nvPr>
            <p:ph sz="quarter" idx="4"/>
          </p:nvPr>
        </p:nvSpPr>
        <p:spPr>
          <a:xfrm>
            <a:off x="4629150" y="2505075"/>
            <a:ext cx="3887391"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47DAA3DB-5606-4A0D-B5D7-E35F2C98AC55}"/>
              </a:ext>
            </a:extLst>
          </p:cNvPr>
          <p:cNvSpPr>
            <a:spLocks noGrp="1"/>
          </p:cNvSpPr>
          <p:nvPr>
            <p:ph type="dt" sz="half" idx="10"/>
          </p:nvPr>
        </p:nvSpPr>
        <p:spPr/>
        <p:txBody>
          <a:bodyPr/>
          <a:lstStyle/>
          <a:p>
            <a:fld id="{8F684750-FBCB-4708-8F5A-CA33254C5E24}" type="datetimeFigureOut">
              <a:rPr lang="es-PE" smtClean="0"/>
              <a:pPr/>
              <a:t>9/09/2025</a:t>
            </a:fld>
            <a:endParaRPr lang="es-PE"/>
          </a:p>
        </p:txBody>
      </p:sp>
      <p:sp>
        <p:nvSpPr>
          <p:cNvPr id="8" name="Marcador de pie de página 7">
            <a:extLst>
              <a:ext uri="{FF2B5EF4-FFF2-40B4-BE49-F238E27FC236}">
                <a16:creationId xmlns:a16="http://schemas.microsoft.com/office/drawing/2014/main" id="{6D5D3667-AA28-4057-A124-7A3066E33382}"/>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1CFC056B-6852-4870-AD7D-54F5947B9C7D}"/>
              </a:ext>
            </a:extLst>
          </p:cNvPr>
          <p:cNvSpPr>
            <a:spLocks noGrp="1"/>
          </p:cNvSpPr>
          <p:nvPr>
            <p:ph type="sldNum" sz="quarter" idx="12"/>
          </p:nvPr>
        </p:nvSpPr>
        <p:spPr/>
        <p:txBody>
          <a:bodyPr/>
          <a:lstStyle/>
          <a:p>
            <a:fld id="{71952AE3-6460-489F-97A7-23892C256CCD}" type="slidenum">
              <a:rPr lang="es-PE" smtClean="0"/>
              <a:pPr/>
              <a:t>‹Nº›</a:t>
            </a:fld>
            <a:endParaRPr lang="es-PE"/>
          </a:p>
        </p:txBody>
      </p:sp>
    </p:spTree>
    <p:extLst>
      <p:ext uri="{BB962C8B-B14F-4D97-AF65-F5344CB8AC3E}">
        <p14:creationId xmlns:p14="http://schemas.microsoft.com/office/powerpoint/2010/main" val="40189949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5A3B37-61E6-4447-9CD4-20370CE979F2}"/>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D5E88EEC-ACB0-4898-A419-47586BD79CED}"/>
              </a:ext>
            </a:extLst>
          </p:cNvPr>
          <p:cNvSpPr>
            <a:spLocks noGrp="1"/>
          </p:cNvSpPr>
          <p:nvPr>
            <p:ph type="dt" sz="half" idx="10"/>
          </p:nvPr>
        </p:nvSpPr>
        <p:spPr/>
        <p:txBody>
          <a:bodyPr/>
          <a:lstStyle/>
          <a:p>
            <a:fld id="{8F684750-FBCB-4708-8F5A-CA33254C5E24}" type="datetimeFigureOut">
              <a:rPr lang="es-PE" smtClean="0"/>
              <a:pPr/>
              <a:t>9/09/2025</a:t>
            </a:fld>
            <a:endParaRPr lang="es-PE"/>
          </a:p>
        </p:txBody>
      </p:sp>
      <p:sp>
        <p:nvSpPr>
          <p:cNvPr id="4" name="Marcador de pie de página 3">
            <a:extLst>
              <a:ext uri="{FF2B5EF4-FFF2-40B4-BE49-F238E27FC236}">
                <a16:creationId xmlns:a16="http://schemas.microsoft.com/office/drawing/2014/main" id="{80EDC438-F345-425D-B5FD-1AE7CADFCC9E}"/>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F1A8D1C3-CFA3-4B2B-895B-76F9E63A4F28}"/>
              </a:ext>
            </a:extLst>
          </p:cNvPr>
          <p:cNvSpPr>
            <a:spLocks noGrp="1"/>
          </p:cNvSpPr>
          <p:nvPr>
            <p:ph type="sldNum" sz="quarter" idx="12"/>
          </p:nvPr>
        </p:nvSpPr>
        <p:spPr/>
        <p:txBody>
          <a:bodyPr/>
          <a:lstStyle/>
          <a:p>
            <a:fld id="{71952AE3-6460-489F-97A7-23892C256CCD}" type="slidenum">
              <a:rPr lang="es-PE" smtClean="0"/>
              <a:pPr/>
              <a:t>‹Nº›</a:t>
            </a:fld>
            <a:endParaRPr lang="es-PE"/>
          </a:p>
        </p:txBody>
      </p:sp>
    </p:spTree>
    <p:extLst>
      <p:ext uri="{BB962C8B-B14F-4D97-AF65-F5344CB8AC3E}">
        <p14:creationId xmlns:p14="http://schemas.microsoft.com/office/powerpoint/2010/main" val="4809348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17F725E-4412-4E2D-8B71-46545760E3C1}"/>
              </a:ext>
            </a:extLst>
          </p:cNvPr>
          <p:cNvSpPr>
            <a:spLocks noGrp="1"/>
          </p:cNvSpPr>
          <p:nvPr>
            <p:ph type="dt" sz="half" idx="10"/>
          </p:nvPr>
        </p:nvSpPr>
        <p:spPr/>
        <p:txBody>
          <a:bodyPr/>
          <a:lstStyle/>
          <a:p>
            <a:fld id="{8F684750-FBCB-4708-8F5A-CA33254C5E24}" type="datetimeFigureOut">
              <a:rPr lang="es-PE" smtClean="0"/>
              <a:pPr/>
              <a:t>9/09/2025</a:t>
            </a:fld>
            <a:endParaRPr lang="es-PE"/>
          </a:p>
        </p:txBody>
      </p:sp>
      <p:sp>
        <p:nvSpPr>
          <p:cNvPr id="3" name="Marcador de pie de página 2">
            <a:extLst>
              <a:ext uri="{FF2B5EF4-FFF2-40B4-BE49-F238E27FC236}">
                <a16:creationId xmlns:a16="http://schemas.microsoft.com/office/drawing/2014/main" id="{9ADBDD7C-EB0F-4610-8604-9BB85188B9AB}"/>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9C1FF9B8-BC20-4BF1-9656-C10A11CFB569}"/>
              </a:ext>
            </a:extLst>
          </p:cNvPr>
          <p:cNvSpPr>
            <a:spLocks noGrp="1"/>
          </p:cNvSpPr>
          <p:nvPr>
            <p:ph type="sldNum" sz="quarter" idx="12"/>
          </p:nvPr>
        </p:nvSpPr>
        <p:spPr/>
        <p:txBody>
          <a:bodyPr/>
          <a:lstStyle/>
          <a:p>
            <a:fld id="{71952AE3-6460-489F-97A7-23892C256CCD}" type="slidenum">
              <a:rPr lang="es-PE" smtClean="0"/>
              <a:pPr/>
              <a:t>‹Nº›</a:t>
            </a:fld>
            <a:endParaRPr lang="es-PE"/>
          </a:p>
        </p:txBody>
      </p:sp>
    </p:spTree>
    <p:extLst>
      <p:ext uri="{BB962C8B-B14F-4D97-AF65-F5344CB8AC3E}">
        <p14:creationId xmlns:p14="http://schemas.microsoft.com/office/powerpoint/2010/main" val="4115194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8651A5-7450-4C43-B7C6-343D23FCF35D}"/>
              </a:ext>
            </a:extLst>
          </p:cNvPr>
          <p:cNvSpPr>
            <a:spLocks noGrp="1"/>
          </p:cNvSpPr>
          <p:nvPr>
            <p:ph type="title"/>
          </p:nvPr>
        </p:nvSpPr>
        <p:spPr>
          <a:xfrm>
            <a:off x="629841" y="457200"/>
            <a:ext cx="2949178" cy="1600200"/>
          </a:xfrm>
        </p:spPr>
        <p:txBody>
          <a:bodyPr anchor="b"/>
          <a:lstStyle>
            <a:lvl1pPr>
              <a:defRPr sz="24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FB8C87CF-F6E5-4248-9BA5-8011903A6F9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07CAB063-ABC1-4C5D-9D86-12088101756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405E0FC-2DCE-4E1D-A240-A3A9A2FE6263}"/>
              </a:ext>
            </a:extLst>
          </p:cNvPr>
          <p:cNvSpPr>
            <a:spLocks noGrp="1"/>
          </p:cNvSpPr>
          <p:nvPr>
            <p:ph type="dt" sz="half" idx="10"/>
          </p:nvPr>
        </p:nvSpPr>
        <p:spPr/>
        <p:txBody>
          <a:bodyPr/>
          <a:lstStyle/>
          <a:p>
            <a:fld id="{8F684750-FBCB-4708-8F5A-CA33254C5E24}" type="datetimeFigureOut">
              <a:rPr lang="es-PE" smtClean="0"/>
              <a:pPr/>
              <a:t>9/09/2025</a:t>
            </a:fld>
            <a:endParaRPr lang="es-PE"/>
          </a:p>
        </p:txBody>
      </p:sp>
      <p:sp>
        <p:nvSpPr>
          <p:cNvPr id="6" name="Marcador de pie de página 5">
            <a:extLst>
              <a:ext uri="{FF2B5EF4-FFF2-40B4-BE49-F238E27FC236}">
                <a16:creationId xmlns:a16="http://schemas.microsoft.com/office/drawing/2014/main" id="{DB16997A-7DE6-4205-92DF-9E3AC3930D01}"/>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4F1D85FF-B4F4-424D-8C0C-75CCD43D38EB}"/>
              </a:ext>
            </a:extLst>
          </p:cNvPr>
          <p:cNvSpPr>
            <a:spLocks noGrp="1"/>
          </p:cNvSpPr>
          <p:nvPr>
            <p:ph type="sldNum" sz="quarter" idx="12"/>
          </p:nvPr>
        </p:nvSpPr>
        <p:spPr/>
        <p:txBody>
          <a:bodyPr/>
          <a:lstStyle/>
          <a:p>
            <a:fld id="{71952AE3-6460-489F-97A7-23892C256CCD}" type="slidenum">
              <a:rPr lang="es-PE" smtClean="0"/>
              <a:pPr/>
              <a:t>‹Nº›</a:t>
            </a:fld>
            <a:endParaRPr lang="es-PE"/>
          </a:p>
        </p:txBody>
      </p:sp>
    </p:spTree>
    <p:extLst>
      <p:ext uri="{BB962C8B-B14F-4D97-AF65-F5344CB8AC3E}">
        <p14:creationId xmlns:p14="http://schemas.microsoft.com/office/powerpoint/2010/main" val="1929924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2E2410-CACF-4324-83B4-262A216ABADA}"/>
              </a:ext>
            </a:extLst>
          </p:cNvPr>
          <p:cNvSpPr>
            <a:spLocks noGrp="1"/>
          </p:cNvSpPr>
          <p:nvPr>
            <p:ph type="title"/>
          </p:nvPr>
        </p:nvSpPr>
        <p:spPr>
          <a:xfrm>
            <a:off x="629841" y="457200"/>
            <a:ext cx="2949178" cy="1600200"/>
          </a:xfrm>
        </p:spPr>
        <p:txBody>
          <a:bodyPr anchor="b"/>
          <a:lstStyle>
            <a:lvl1pPr>
              <a:defRPr sz="24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67F17435-F2FA-4182-8B66-9CAA7D7BFE54}"/>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s-CO"/>
          </a:p>
        </p:txBody>
      </p:sp>
      <p:sp>
        <p:nvSpPr>
          <p:cNvPr id="4" name="Marcador de texto 3">
            <a:extLst>
              <a:ext uri="{FF2B5EF4-FFF2-40B4-BE49-F238E27FC236}">
                <a16:creationId xmlns:a16="http://schemas.microsoft.com/office/drawing/2014/main" id="{216CAF50-D71B-4233-A8AD-E4B124515C7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A946493-243B-4593-A448-A10823766431}"/>
              </a:ext>
            </a:extLst>
          </p:cNvPr>
          <p:cNvSpPr>
            <a:spLocks noGrp="1"/>
          </p:cNvSpPr>
          <p:nvPr>
            <p:ph type="dt" sz="half" idx="10"/>
          </p:nvPr>
        </p:nvSpPr>
        <p:spPr/>
        <p:txBody>
          <a:bodyPr/>
          <a:lstStyle/>
          <a:p>
            <a:fld id="{8F684750-FBCB-4708-8F5A-CA33254C5E24}" type="datetimeFigureOut">
              <a:rPr lang="es-PE" smtClean="0"/>
              <a:pPr/>
              <a:t>9/09/2025</a:t>
            </a:fld>
            <a:endParaRPr lang="es-PE"/>
          </a:p>
        </p:txBody>
      </p:sp>
      <p:sp>
        <p:nvSpPr>
          <p:cNvPr id="6" name="Marcador de pie de página 5">
            <a:extLst>
              <a:ext uri="{FF2B5EF4-FFF2-40B4-BE49-F238E27FC236}">
                <a16:creationId xmlns:a16="http://schemas.microsoft.com/office/drawing/2014/main" id="{87D354D8-C044-4480-8E40-8B85EE3CACD1}"/>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EDC78D1F-FAEC-441C-A26E-DB736690DD0E}"/>
              </a:ext>
            </a:extLst>
          </p:cNvPr>
          <p:cNvSpPr>
            <a:spLocks noGrp="1"/>
          </p:cNvSpPr>
          <p:nvPr>
            <p:ph type="sldNum" sz="quarter" idx="12"/>
          </p:nvPr>
        </p:nvSpPr>
        <p:spPr/>
        <p:txBody>
          <a:bodyPr/>
          <a:lstStyle/>
          <a:p>
            <a:fld id="{71952AE3-6460-489F-97A7-23892C256CCD}" type="slidenum">
              <a:rPr lang="es-PE" smtClean="0"/>
              <a:pPr/>
              <a:t>‹Nº›</a:t>
            </a:fld>
            <a:endParaRPr lang="es-PE"/>
          </a:p>
        </p:txBody>
      </p:sp>
    </p:spTree>
    <p:extLst>
      <p:ext uri="{BB962C8B-B14F-4D97-AF65-F5344CB8AC3E}">
        <p14:creationId xmlns:p14="http://schemas.microsoft.com/office/powerpoint/2010/main" val="3635922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042719-90C4-43FB-A225-86AF27A45138}"/>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72BAF029-E911-4488-8509-25D3F8F8168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EBA95141-7470-47F4-B875-F407E948B7A1}"/>
              </a:ext>
            </a:extLst>
          </p:cNvPr>
          <p:cNvSpPr>
            <a:spLocks noGrp="1"/>
          </p:cNvSpPr>
          <p:nvPr>
            <p:ph type="dt" sz="half" idx="10"/>
          </p:nvPr>
        </p:nvSpPr>
        <p:spPr/>
        <p:txBody>
          <a:bodyPr/>
          <a:lstStyle/>
          <a:p>
            <a:fld id="{8F684750-FBCB-4708-8F5A-CA33254C5E24}" type="datetimeFigureOut">
              <a:rPr lang="es-PE" smtClean="0"/>
              <a:pPr/>
              <a:t>9/09/2025</a:t>
            </a:fld>
            <a:endParaRPr lang="es-PE"/>
          </a:p>
        </p:txBody>
      </p:sp>
      <p:sp>
        <p:nvSpPr>
          <p:cNvPr id="5" name="Marcador de pie de página 4">
            <a:extLst>
              <a:ext uri="{FF2B5EF4-FFF2-40B4-BE49-F238E27FC236}">
                <a16:creationId xmlns:a16="http://schemas.microsoft.com/office/drawing/2014/main" id="{E3C87746-3123-402B-9B30-4F5F74543CE8}"/>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3B6818BD-9555-49B7-B729-D509DAE2EF19}"/>
              </a:ext>
            </a:extLst>
          </p:cNvPr>
          <p:cNvSpPr>
            <a:spLocks noGrp="1"/>
          </p:cNvSpPr>
          <p:nvPr>
            <p:ph type="sldNum" sz="quarter" idx="12"/>
          </p:nvPr>
        </p:nvSpPr>
        <p:spPr/>
        <p:txBody>
          <a:bodyPr/>
          <a:lstStyle/>
          <a:p>
            <a:fld id="{71952AE3-6460-489F-97A7-23892C256CCD}" type="slidenum">
              <a:rPr lang="es-PE" smtClean="0"/>
              <a:pPr/>
              <a:t>‹Nº›</a:t>
            </a:fld>
            <a:endParaRPr lang="es-PE"/>
          </a:p>
        </p:txBody>
      </p:sp>
    </p:spTree>
    <p:extLst>
      <p:ext uri="{BB962C8B-B14F-4D97-AF65-F5344CB8AC3E}">
        <p14:creationId xmlns:p14="http://schemas.microsoft.com/office/powerpoint/2010/main" val="1656041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33E71B3-7ED8-4F83-95DE-3EC82D4D673E}"/>
              </a:ext>
            </a:extLst>
          </p:cNvPr>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EF4E92A2-871D-455E-AD01-0633E40A93A6}"/>
              </a:ext>
            </a:extLst>
          </p:cNvPr>
          <p:cNvSpPr>
            <a:spLocks noGrp="1"/>
          </p:cNvSpPr>
          <p:nvPr>
            <p:ph type="body" orient="vert" idx="1"/>
          </p:nvPr>
        </p:nvSpPr>
        <p:spPr>
          <a:xfrm>
            <a:off x="628650" y="365125"/>
            <a:ext cx="5800725"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03AF056-B2BC-49A6-9AB9-5622FEED9E30}"/>
              </a:ext>
            </a:extLst>
          </p:cNvPr>
          <p:cNvSpPr>
            <a:spLocks noGrp="1"/>
          </p:cNvSpPr>
          <p:nvPr>
            <p:ph type="dt" sz="half" idx="10"/>
          </p:nvPr>
        </p:nvSpPr>
        <p:spPr/>
        <p:txBody>
          <a:bodyPr/>
          <a:lstStyle/>
          <a:p>
            <a:fld id="{8F684750-FBCB-4708-8F5A-CA33254C5E24}" type="datetimeFigureOut">
              <a:rPr lang="es-PE" smtClean="0"/>
              <a:pPr/>
              <a:t>9/09/2025</a:t>
            </a:fld>
            <a:endParaRPr lang="es-PE"/>
          </a:p>
        </p:txBody>
      </p:sp>
      <p:sp>
        <p:nvSpPr>
          <p:cNvPr id="5" name="Marcador de pie de página 4">
            <a:extLst>
              <a:ext uri="{FF2B5EF4-FFF2-40B4-BE49-F238E27FC236}">
                <a16:creationId xmlns:a16="http://schemas.microsoft.com/office/drawing/2014/main" id="{80272B45-9243-4E4C-AB01-7C6231B561C4}"/>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321F938D-BE94-4C13-8CD0-88585A5F43B9}"/>
              </a:ext>
            </a:extLst>
          </p:cNvPr>
          <p:cNvSpPr>
            <a:spLocks noGrp="1"/>
          </p:cNvSpPr>
          <p:nvPr>
            <p:ph type="sldNum" sz="quarter" idx="12"/>
          </p:nvPr>
        </p:nvSpPr>
        <p:spPr/>
        <p:txBody>
          <a:bodyPr/>
          <a:lstStyle/>
          <a:p>
            <a:fld id="{71952AE3-6460-489F-97A7-23892C256CCD}" type="slidenum">
              <a:rPr lang="es-PE" smtClean="0"/>
              <a:pPr/>
              <a:t>‹Nº›</a:t>
            </a:fld>
            <a:endParaRPr lang="es-PE"/>
          </a:p>
        </p:txBody>
      </p:sp>
    </p:spTree>
    <p:extLst>
      <p:ext uri="{BB962C8B-B14F-4D97-AF65-F5344CB8AC3E}">
        <p14:creationId xmlns:p14="http://schemas.microsoft.com/office/powerpoint/2010/main" val="2623547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21ED7D6-16F4-4C1A-BB4E-E6DFB0678C2C}"/>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26F22C7D-6154-456C-978A-3906B1C02219}"/>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49B7E232-4040-4BB5-9EB5-D5A59B9DD0E9}"/>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F684750-FBCB-4708-8F5A-CA33254C5E24}" type="datetimeFigureOut">
              <a:rPr lang="es-PE" smtClean="0"/>
              <a:pPr/>
              <a:t>9/09/2025</a:t>
            </a:fld>
            <a:endParaRPr lang="es-PE"/>
          </a:p>
        </p:txBody>
      </p:sp>
      <p:sp>
        <p:nvSpPr>
          <p:cNvPr id="5" name="Marcador de pie de página 4">
            <a:extLst>
              <a:ext uri="{FF2B5EF4-FFF2-40B4-BE49-F238E27FC236}">
                <a16:creationId xmlns:a16="http://schemas.microsoft.com/office/drawing/2014/main" id="{272C9DD9-A4DF-47E3-B7DF-A9BED8B3D18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PE"/>
          </a:p>
        </p:txBody>
      </p:sp>
      <p:sp>
        <p:nvSpPr>
          <p:cNvPr id="6" name="Marcador de número de diapositiva 5">
            <a:extLst>
              <a:ext uri="{FF2B5EF4-FFF2-40B4-BE49-F238E27FC236}">
                <a16:creationId xmlns:a16="http://schemas.microsoft.com/office/drawing/2014/main" id="{899FD384-3EB3-4551-8B1B-6A1654CB5A87}"/>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1952AE3-6460-489F-97A7-23892C256CCD}" type="slidenum">
              <a:rPr lang="es-PE" smtClean="0"/>
              <a:pPr/>
              <a:t>‹Nº›</a:t>
            </a:fld>
            <a:endParaRPr lang="es-PE"/>
          </a:p>
        </p:txBody>
      </p:sp>
    </p:spTree>
    <p:extLst>
      <p:ext uri="{BB962C8B-B14F-4D97-AF65-F5344CB8AC3E}">
        <p14:creationId xmlns:p14="http://schemas.microsoft.com/office/powerpoint/2010/main" val="36434913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CO"/>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7.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png"/><Relationship Id="rId7" Type="http://schemas.openxmlformats.org/officeDocument/2006/relationships/diagramColors" Target="../diagrams/colors1.xml"/><Relationship Id="rId2" Type="http://schemas.openxmlformats.org/officeDocument/2006/relationships/slide" Target="slide6.xml"/><Relationship Id="rId1" Type="http://schemas.openxmlformats.org/officeDocument/2006/relationships/slideLayout" Target="../slideLayouts/slideLayout4.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Layout" Target="../diagrams/layout2.xml"/><Relationship Id="rId7" Type="http://schemas.openxmlformats.org/officeDocument/2006/relationships/slide" Target="slide6.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8.png"/><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9.png"/><Relationship Id="rId1" Type="http://schemas.openxmlformats.org/officeDocument/2006/relationships/slideLayout" Target="../slideLayouts/slideLayout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Grp="1" noChangeAspect="1" noChangeArrowheads="1"/>
          </p:cNvPicPr>
          <p:nvPr>
            <p:ph type="pic" idx="1"/>
          </p:nvPr>
        </p:nvPicPr>
        <p:blipFill>
          <a:blip r:embed="rId2" cstate="print"/>
          <a:srcRect l="1250" r="1250"/>
          <a:stretch>
            <a:fillRect/>
          </a:stretch>
        </p:blipFill>
        <p:spPr bwMode="auto">
          <a:xfrm>
            <a:off x="285720" y="1928802"/>
            <a:ext cx="3857652" cy="4500594"/>
          </a:xfrm>
          <a:prstGeom prst="rect">
            <a:avLst/>
          </a:prstGeom>
          <a:solidFill>
            <a:srgbClr val="FFFFFF">
              <a:shade val="85000"/>
            </a:srgbClr>
          </a:solidFill>
          <a:ln w="190500" cap="sq">
            <a:solidFill>
              <a:schemeClr val="accent3">
                <a:lumMod val="20000"/>
                <a:lumOff val="80000"/>
              </a:schemeClr>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7" name="6 Rectángulo"/>
          <p:cNvSpPr/>
          <p:nvPr/>
        </p:nvSpPr>
        <p:spPr>
          <a:xfrm>
            <a:off x="4357686" y="2519788"/>
            <a:ext cx="4786314" cy="2123658"/>
          </a:xfrm>
          <a:prstGeom prst="rect">
            <a:avLst/>
          </a:prstGeom>
          <a:noFill/>
          <a:ln>
            <a:noFill/>
          </a:ln>
        </p:spPr>
        <p:style>
          <a:lnRef idx="1">
            <a:schemeClr val="accent3"/>
          </a:lnRef>
          <a:fillRef idx="3">
            <a:schemeClr val="accent3"/>
          </a:fillRef>
          <a:effectRef idx="2">
            <a:schemeClr val="accent3"/>
          </a:effectRef>
          <a:fontRef idx="minor">
            <a:schemeClr val="lt1"/>
          </a:fontRef>
        </p:style>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r>
              <a:rPr lang="es-ES" sz="4400" b="1" cap="none" spc="0" dirty="0">
                <a:ln>
                  <a:prstDash val="solid"/>
                </a:ln>
                <a:solidFill>
                  <a:schemeClr val="bg2">
                    <a:lumMod val="25000"/>
                  </a:schemeClr>
                </a:solidFill>
                <a:effectLst>
                  <a:outerShdw blurRad="75057" dist="38100" dir="5400000" sy="-20000" rotWithShape="0">
                    <a:prstClr val="black">
                      <a:alpha val="25000"/>
                    </a:prstClr>
                  </a:outerShdw>
                </a:effectLst>
                <a:latin typeface="Algerian" pitchFamily="82" charset="0"/>
              </a:rPr>
              <a:t>LENGUAJE DE </a:t>
            </a:r>
          </a:p>
          <a:p>
            <a:pPr algn="ctr"/>
            <a:r>
              <a:rPr lang="es-ES" sz="4400" b="1" cap="none" spc="0" dirty="0">
                <a:ln>
                  <a:prstDash val="solid"/>
                </a:ln>
                <a:solidFill>
                  <a:schemeClr val="bg2">
                    <a:lumMod val="25000"/>
                  </a:schemeClr>
                </a:solidFill>
                <a:effectLst>
                  <a:outerShdw blurRad="75057" dist="38100" dir="5400000" sy="-20000" rotWithShape="0">
                    <a:prstClr val="black">
                      <a:alpha val="25000"/>
                    </a:prstClr>
                  </a:outerShdw>
                </a:effectLst>
                <a:latin typeface="Algerian" pitchFamily="82" charset="0"/>
              </a:rPr>
              <a:t>CONSULTA </a:t>
            </a:r>
          </a:p>
          <a:p>
            <a:pPr algn="ctr"/>
            <a:r>
              <a:rPr lang="es-ES" sz="4400" b="1" dirty="0">
                <a:ln>
                  <a:prstDash val="solid"/>
                </a:ln>
                <a:solidFill>
                  <a:schemeClr val="bg2">
                    <a:lumMod val="25000"/>
                  </a:schemeClr>
                </a:solidFill>
                <a:effectLst>
                  <a:outerShdw blurRad="75057" dist="38100" dir="5400000" sy="-20000" rotWithShape="0">
                    <a:prstClr val="black">
                      <a:alpha val="25000"/>
                    </a:prstClr>
                  </a:outerShdw>
                </a:effectLst>
                <a:latin typeface="Algerian" pitchFamily="82" charset="0"/>
              </a:rPr>
              <a:t>ESTRUCTURADO</a:t>
            </a:r>
            <a:endParaRPr lang="es-ES" sz="4400" b="1" cap="none" spc="0" dirty="0">
              <a:ln>
                <a:prstDash val="solid"/>
              </a:ln>
              <a:solidFill>
                <a:schemeClr val="bg2">
                  <a:lumMod val="25000"/>
                </a:schemeClr>
              </a:solidFill>
              <a:effectLst>
                <a:outerShdw blurRad="75057" dist="38100" dir="5400000" sy="-20000" rotWithShape="0">
                  <a:prstClr val="black">
                    <a:alpha val="25000"/>
                  </a:prstClr>
                </a:outerShdw>
              </a:effectLst>
              <a:latin typeface="Algerian" pitchFamily="82" charset="0"/>
            </a:endParaRPr>
          </a:p>
        </p:txBody>
      </p:sp>
    </p:spTree>
  </p:cSld>
  <p:clrMapOvr>
    <a:masterClrMapping/>
  </p:clrMapOvr>
  <p:transition advClick="0" advTm="15000">
    <p:pull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928661" y="1071546"/>
            <a:ext cx="8215339" cy="5786454"/>
          </a:xfrm>
          <a:prstGeom prst="ellipse">
            <a:avLst/>
          </a:prstGeom>
          <a:ln w="34925">
            <a:solidFill>
              <a:srgbClr val="FFFFFF"/>
            </a:solidFill>
          </a:ln>
          <a:effectLst>
            <a:outerShdw blurRad="317500" dir="2700000" algn="ctr">
              <a:srgbClr val="000000">
                <a:alpha val="43000"/>
              </a:srgbClr>
            </a:outerShdw>
            <a:softEdge rad="112500"/>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pic>
      <p:sp>
        <p:nvSpPr>
          <p:cNvPr id="2" name="1 Título"/>
          <p:cNvSpPr>
            <a:spLocks noGrp="1"/>
          </p:cNvSpPr>
          <p:nvPr>
            <p:ph type="ctrTitle"/>
          </p:nvPr>
        </p:nvSpPr>
        <p:spPr>
          <a:xfrm>
            <a:off x="323528" y="26652"/>
            <a:ext cx="6480048" cy="2301240"/>
          </a:xfrm>
        </p:spPr>
        <p:txBody>
          <a:bodyPr>
            <a:normAutofit fontScale="90000"/>
          </a:bodyPr>
          <a:lstStyle/>
          <a:p>
            <a:pPr algn="ctr"/>
            <a:r>
              <a:rPr lang="es-ES_tradnl" dirty="0">
                <a:solidFill>
                  <a:schemeClr val="accent6">
                    <a:lumMod val="60000"/>
                    <a:lumOff val="40000"/>
                  </a:schemeClr>
                </a:solidFill>
                <a:latin typeface="Algerian" pitchFamily="82" charset="0"/>
              </a:rPr>
              <a:t>COMPONENTES DEL LENGUAJE DE CONSULTA ESTRUCTURADO</a:t>
            </a:r>
            <a:endParaRPr lang="es-PE" dirty="0">
              <a:solidFill>
                <a:schemeClr val="accent6">
                  <a:lumMod val="60000"/>
                  <a:lumOff val="40000"/>
                </a:schemeClr>
              </a:solidFill>
              <a:latin typeface="Algerian" pitchFamily="82" charset="0"/>
            </a:endParaRPr>
          </a:p>
        </p:txBody>
      </p:sp>
    </p:spTree>
  </p:cSld>
  <p:clrMapOvr>
    <a:masterClrMapping/>
  </p:clrMapOvr>
  <p:transition advClick="0" advTm="15000">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357158" y="1357298"/>
            <a:ext cx="8286808" cy="4832092"/>
          </a:xfrm>
          <a:prstGeom prst="rect">
            <a:avLst/>
          </a:prstGeom>
        </p:spPr>
        <p:txBody>
          <a:bodyPr wrap="square">
            <a:spAutoFit/>
          </a:bodyPr>
          <a:lstStyle/>
          <a:p>
            <a:pPr algn="just"/>
            <a:r>
              <a:rPr lang="es-ES" sz="2800" dirty="0"/>
              <a:t>El lenguaje más habitual para construir las consultas a bases de datos relacionales es SQL, </a:t>
            </a:r>
            <a:r>
              <a:rPr lang="es-ES" sz="2800" dirty="0" err="1"/>
              <a:t>Structured</a:t>
            </a:r>
            <a:r>
              <a:rPr lang="es-ES" sz="2800" dirty="0"/>
              <a:t> </a:t>
            </a:r>
            <a:r>
              <a:rPr lang="es-ES" sz="2800" dirty="0" err="1"/>
              <a:t>Query</a:t>
            </a:r>
            <a:r>
              <a:rPr lang="es-ES" sz="2800" dirty="0"/>
              <a:t> </a:t>
            </a:r>
            <a:r>
              <a:rPr lang="es-ES" sz="2800" dirty="0" err="1"/>
              <a:t>Language</a:t>
            </a:r>
            <a:r>
              <a:rPr lang="es-ES" sz="2800" dirty="0"/>
              <a:t> o Lenguaje Estructurado de Consultas, un estándar implementado por los principales motores o sistemas de gestión de bases de datos relacionales.</a:t>
            </a:r>
          </a:p>
          <a:p>
            <a:pPr algn="just"/>
            <a:endParaRPr lang="es-ES" sz="2800" dirty="0"/>
          </a:p>
          <a:p>
            <a:pPr algn="just"/>
            <a:r>
              <a:rPr lang="es-ES" sz="2800" dirty="0"/>
              <a:t>Este lenguaje nos permite realizar consultas a nuestras bases de datos para mostrar, insertar, actualizar y borrar datos.</a:t>
            </a:r>
          </a:p>
        </p:txBody>
      </p:sp>
      <p:sp>
        <p:nvSpPr>
          <p:cNvPr id="5" name="4 Rectángulo"/>
          <p:cNvSpPr/>
          <p:nvPr/>
        </p:nvSpPr>
        <p:spPr>
          <a:xfrm>
            <a:off x="642910" y="285728"/>
            <a:ext cx="7786742" cy="553998"/>
          </a:xfrm>
          <a:prstGeom prst="rect">
            <a:avLst/>
          </a:prstGeom>
        </p:spPr>
        <p:txBody>
          <a:bodyPr wrap="square">
            <a:spAutoFit/>
          </a:bodyPr>
          <a:lstStyle/>
          <a:p>
            <a:pPr algn="just"/>
            <a:r>
              <a:rPr lang="es-ES" sz="3000" b="1" dirty="0"/>
              <a:t>ESTRUCTURA DE UNA BASE DE DATOS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a:spLocks noGrp="1"/>
          </p:cNvSpPr>
          <p:nvPr>
            <p:ph type="title"/>
          </p:nvPr>
        </p:nvSpPr>
        <p:spPr/>
        <p:txBody>
          <a:bodyPr/>
          <a:lstStyle/>
          <a:p>
            <a:pPr eaLnBrk="1" hangingPunct="1"/>
            <a:r>
              <a:rPr lang="es-ES" sz="5400" dirty="0"/>
              <a:t>¿Qué es SQL?</a:t>
            </a:r>
          </a:p>
        </p:txBody>
      </p:sp>
      <p:sp>
        <p:nvSpPr>
          <p:cNvPr id="6" name="2 Marcador de contenido"/>
          <p:cNvSpPr>
            <a:spLocks noGrp="1"/>
          </p:cNvSpPr>
          <p:nvPr>
            <p:ph sz="half" idx="1"/>
          </p:nvPr>
        </p:nvSpPr>
        <p:spPr>
          <a:xfrm>
            <a:off x="500034" y="2000240"/>
            <a:ext cx="8115328" cy="3829064"/>
          </a:xfrm>
        </p:spPr>
        <p:txBody>
          <a:bodyPr>
            <a:normAutofit/>
          </a:bodyPr>
          <a:lstStyle/>
          <a:p>
            <a:pPr algn="just" eaLnBrk="1" hangingPunct="1"/>
            <a:r>
              <a:rPr lang="es-ES" sz="4000" dirty="0"/>
              <a:t>Lenguaje de consulta estructurado (SQL: </a:t>
            </a:r>
            <a:r>
              <a:rPr lang="es-ES" sz="4000" dirty="0" err="1"/>
              <a:t>Structured</a:t>
            </a:r>
            <a:r>
              <a:rPr lang="es-ES" sz="4000" dirty="0"/>
              <a:t> </a:t>
            </a:r>
            <a:r>
              <a:rPr lang="es-ES" sz="4000" dirty="0" err="1"/>
              <a:t>Query</a:t>
            </a:r>
            <a:r>
              <a:rPr lang="es-ES" sz="4000" dirty="0"/>
              <a:t> </a:t>
            </a:r>
            <a:r>
              <a:rPr lang="es-ES" sz="4000" dirty="0" err="1"/>
              <a:t>Languague</a:t>
            </a:r>
            <a:r>
              <a:rPr lang="es-ES" sz="4000" dirty="0"/>
              <a:t>) .</a:t>
            </a:r>
          </a:p>
          <a:p>
            <a:pPr algn="just" eaLnBrk="1" hangingPunct="1"/>
            <a:r>
              <a:rPr lang="es-ES" sz="4000" dirty="0"/>
              <a:t>Es un lenguaje de base de datos normalizado.</a:t>
            </a:r>
          </a:p>
          <a:p>
            <a:pPr algn="just" eaLnBrk="1" hangingPunct="1"/>
            <a:r>
              <a:rPr lang="es-ES" sz="4000" dirty="0"/>
              <a:t>Utilizado para consultar, modificar o eliminar datos en una Base de Datos.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_tradnl" b="1" dirty="0">
                <a:solidFill>
                  <a:schemeClr val="bg2">
                    <a:lumMod val="25000"/>
                  </a:schemeClr>
                </a:solidFill>
                <a:latin typeface="Lucida Handwriting" pitchFamily="66" charset="0"/>
              </a:rPr>
              <a:t>COMPONENTES DEL SQL</a:t>
            </a:r>
            <a:endParaRPr lang="es-PE" b="1" dirty="0">
              <a:solidFill>
                <a:schemeClr val="bg2">
                  <a:lumMod val="25000"/>
                </a:schemeClr>
              </a:solidFill>
              <a:latin typeface="Lucida Handwriting" pitchFamily="66" charset="0"/>
            </a:endParaRPr>
          </a:p>
        </p:txBody>
      </p:sp>
      <p:pic>
        <p:nvPicPr>
          <p:cNvPr id="3074" name="Picture 2"/>
          <p:cNvPicPr>
            <a:picLocks noGrp="1" noChangeAspect="1" noChangeArrowheads="1"/>
          </p:cNvPicPr>
          <p:nvPr>
            <p:ph sz="half" idx="1"/>
          </p:nvPr>
        </p:nvPicPr>
        <p:blipFill>
          <a:blip r:embed="rId2" cstate="print"/>
          <a:srcRect/>
          <a:stretch>
            <a:fillRect/>
          </a:stretch>
        </p:blipFill>
        <p:spPr bwMode="auto">
          <a:xfrm>
            <a:off x="285720" y="1071546"/>
            <a:ext cx="3714776" cy="4429156"/>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4" name="3 Marcador de contenido"/>
          <p:cNvSpPr>
            <a:spLocks noGrp="1"/>
          </p:cNvSpPr>
          <p:nvPr>
            <p:ph sz="half" idx="2"/>
          </p:nvPr>
        </p:nvSpPr>
        <p:spPr>
          <a:xfrm>
            <a:off x="4286248" y="1857364"/>
            <a:ext cx="3876700" cy="3043246"/>
          </a:xfrm>
        </p:spPr>
        <p:txBody>
          <a:bodyPr/>
          <a:lstStyle/>
          <a:p>
            <a:pPr>
              <a:buNone/>
            </a:pPr>
            <a:r>
              <a:rPr lang="es-ES_tradnl" dirty="0">
                <a:solidFill>
                  <a:schemeClr val="accent6">
                    <a:lumMod val="50000"/>
                  </a:schemeClr>
                </a:solidFill>
                <a:latin typeface="Lucida Handwriting" pitchFamily="66" charset="0"/>
              </a:rPr>
              <a:t>Esta compuesto por:</a:t>
            </a:r>
          </a:p>
          <a:p>
            <a:r>
              <a:rPr lang="es-ES_tradnl" dirty="0">
                <a:solidFill>
                  <a:schemeClr val="accent6">
                    <a:lumMod val="50000"/>
                  </a:schemeClr>
                </a:solidFill>
                <a:latin typeface="Lucida Handwriting" pitchFamily="66" charset="0"/>
              </a:rPr>
              <a:t>Los comandos</a:t>
            </a:r>
          </a:p>
          <a:p>
            <a:r>
              <a:rPr lang="es-ES_tradnl" dirty="0">
                <a:solidFill>
                  <a:schemeClr val="accent6">
                    <a:lumMod val="50000"/>
                  </a:schemeClr>
                </a:solidFill>
                <a:latin typeface="Lucida Handwriting" pitchFamily="66" charset="0"/>
              </a:rPr>
              <a:t>Las cláusulas</a:t>
            </a:r>
          </a:p>
          <a:p>
            <a:r>
              <a:rPr lang="es-ES_tradnl" dirty="0">
                <a:solidFill>
                  <a:schemeClr val="accent6">
                    <a:lumMod val="50000"/>
                  </a:schemeClr>
                </a:solidFill>
                <a:latin typeface="Lucida Handwriting" pitchFamily="66" charset="0"/>
              </a:rPr>
              <a:t>Los operadores</a:t>
            </a:r>
          </a:p>
          <a:p>
            <a:r>
              <a:rPr lang="es-ES_tradnl" dirty="0">
                <a:solidFill>
                  <a:schemeClr val="accent6">
                    <a:lumMod val="50000"/>
                  </a:schemeClr>
                </a:solidFill>
                <a:latin typeface="Lucida Handwriting" pitchFamily="66" charset="0"/>
              </a:rPr>
              <a:t>Funciones de agregados </a:t>
            </a:r>
            <a:endParaRPr lang="es-PE" dirty="0">
              <a:solidFill>
                <a:schemeClr val="accent6">
                  <a:lumMod val="50000"/>
                </a:schemeClr>
              </a:solidFill>
              <a:latin typeface="Lucida Handwriting" pitchFamily="66" charset="0"/>
            </a:endParaRPr>
          </a:p>
        </p:txBody>
      </p:sp>
    </p:spTree>
  </p:cSld>
  <p:clrMapOvr>
    <a:masterClrMapping/>
  </p:clrMapOvr>
  <p:transition advClick="0" advTm="35000">
    <p:strips dir="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28596" y="285728"/>
            <a:ext cx="7467600" cy="560430"/>
          </a:xfrm>
        </p:spPr>
        <p:txBody>
          <a:bodyPr>
            <a:normAutofit/>
          </a:bodyPr>
          <a:lstStyle/>
          <a:p>
            <a:pPr algn="ctr"/>
            <a:r>
              <a:rPr lang="es-ES_tradnl" dirty="0">
                <a:solidFill>
                  <a:schemeClr val="bg2">
                    <a:lumMod val="25000"/>
                  </a:schemeClr>
                </a:solidFill>
                <a:latin typeface="Lucida Handwriting" pitchFamily="66" charset="0"/>
              </a:rPr>
              <a:t>COMANDOS</a:t>
            </a:r>
            <a:endParaRPr lang="es-PE" dirty="0">
              <a:solidFill>
                <a:schemeClr val="bg2">
                  <a:lumMod val="25000"/>
                </a:schemeClr>
              </a:solidFill>
              <a:latin typeface="Lucida Handwriting" pitchFamily="66" charset="0"/>
            </a:endParaRPr>
          </a:p>
        </p:txBody>
      </p:sp>
      <p:sp>
        <p:nvSpPr>
          <p:cNvPr id="3" name="2 Marcador de contenido"/>
          <p:cNvSpPr>
            <a:spLocks noGrp="1"/>
          </p:cNvSpPr>
          <p:nvPr>
            <p:ph sz="half" idx="1"/>
          </p:nvPr>
        </p:nvSpPr>
        <p:spPr>
          <a:xfrm>
            <a:off x="137160" y="857232"/>
            <a:ext cx="8786842" cy="2786082"/>
          </a:xfrm>
        </p:spPr>
        <p:txBody>
          <a:bodyPr>
            <a:normAutofit/>
          </a:bodyPr>
          <a:lstStyle/>
          <a:p>
            <a:pPr algn="just"/>
            <a:r>
              <a:rPr lang="es-ES_tradnl" b="1" u="sng" dirty="0">
                <a:solidFill>
                  <a:schemeClr val="accent6">
                    <a:lumMod val="50000"/>
                  </a:schemeClr>
                </a:solidFill>
                <a:latin typeface="Lucida Handwriting" pitchFamily="66" charset="0"/>
                <a:hlinkClick r:id="rId2" action="ppaction://hlinksldjump"/>
              </a:rPr>
              <a:t>DDL</a:t>
            </a:r>
            <a:r>
              <a:rPr lang="es-ES_tradnl" dirty="0">
                <a:solidFill>
                  <a:schemeClr val="accent6">
                    <a:lumMod val="50000"/>
                  </a:schemeClr>
                </a:solidFill>
                <a:latin typeface="Lucida Handwriting" pitchFamily="66" charset="0"/>
              </a:rPr>
              <a:t>: Que permite crear y definir nuevas bases de datos, campos e índices.</a:t>
            </a:r>
          </a:p>
          <a:p>
            <a:pPr algn="just"/>
            <a:r>
              <a:rPr lang="es-ES_tradnl" b="1" u="sng" dirty="0">
                <a:solidFill>
                  <a:schemeClr val="accent6">
                    <a:lumMod val="50000"/>
                  </a:schemeClr>
                </a:solidFill>
                <a:latin typeface="Lucida Handwriting" pitchFamily="66" charset="0"/>
                <a:hlinkClick r:id="rId3" action="ppaction://hlinksldjump"/>
              </a:rPr>
              <a:t>DML</a:t>
            </a:r>
            <a:r>
              <a:rPr lang="es-ES_tradnl" dirty="0">
                <a:solidFill>
                  <a:schemeClr val="accent6">
                    <a:lumMod val="50000"/>
                  </a:schemeClr>
                </a:solidFill>
                <a:latin typeface="Lucida Handwriting" pitchFamily="66" charset="0"/>
              </a:rPr>
              <a:t>: Que permiten generar consultas para ordenar, recuperar, filtrar y extraer datos.</a:t>
            </a:r>
          </a:p>
          <a:p>
            <a:pPr algn="just"/>
            <a:r>
              <a:rPr lang="es-ES_tradnl" b="1" u="sng" dirty="0">
                <a:solidFill>
                  <a:schemeClr val="accent6">
                    <a:lumMod val="50000"/>
                  </a:schemeClr>
                </a:solidFill>
                <a:latin typeface="Lucida Handwriting" pitchFamily="66" charset="0"/>
                <a:hlinkClick r:id="rId3" action="ppaction://hlinksldjump"/>
              </a:rPr>
              <a:t>DCL</a:t>
            </a:r>
            <a:r>
              <a:rPr lang="es-ES_tradnl" b="1" dirty="0">
                <a:solidFill>
                  <a:schemeClr val="accent6">
                    <a:lumMod val="50000"/>
                  </a:schemeClr>
                </a:solidFill>
                <a:latin typeface="Lucida Handwriting" pitchFamily="66" charset="0"/>
              </a:rPr>
              <a:t>: </a:t>
            </a:r>
            <a:r>
              <a:rPr lang="es-ES_tradnl" dirty="0">
                <a:solidFill>
                  <a:schemeClr val="accent6">
                    <a:lumMod val="50000"/>
                  </a:schemeClr>
                </a:solidFill>
                <a:latin typeface="Lucida Handwriting" pitchFamily="66" charset="0"/>
              </a:rPr>
              <a:t>Protección de los datos, tablas y restricción en el acceso.  </a:t>
            </a:r>
          </a:p>
        </p:txBody>
      </p:sp>
      <p:pic>
        <p:nvPicPr>
          <p:cNvPr id="8" name="Picture 3"/>
          <p:cNvPicPr>
            <a:picLocks noGrp="1" noChangeAspect="1" noChangeArrowheads="1"/>
          </p:cNvPicPr>
          <p:nvPr>
            <p:ph sz="half" idx="2"/>
          </p:nvPr>
        </p:nvPicPr>
        <p:blipFill>
          <a:blip r:embed="rId4" cstate="print"/>
          <a:srcRect/>
          <a:stretch>
            <a:fillRect/>
          </a:stretch>
        </p:blipFill>
        <p:spPr bwMode="auto">
          <a:xfrm>
            <a:off x="0" y="3357562"/>
            <a:ext cx="8501090" cy="2786082"/>
          </a:xfrm>
          <a:prstGeom prst="roundRect">
            <a:avLst>
              <a:gd name="adj" fmla="val 50000"/>
            </a:avLst>
          </a:prstGeom>
          <a:ln>
            <a:noFill/>
          </a:ln>
          <a:effectLst>
            <a:glow rad="228600">
              <a:schemeClr val="accent6">
                <a:satMod val="175000"/>
                <a:alpha val="40000"/>
              </a:schemeClr>
            </a:glow>
            <a:outerShdw blurRad="127000" dist="38100" dir="12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pic>
    </p:spTree>
  </p:cSld>
  <p:clrMapOvr>
    <a:masterClrMapping/>
  </p:clrMapOvr>
  <p:transition advClick="0" advTm="35000">
    <p:strips/>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57158" y="274638"/>
            <a:ext cx="8072494" cy="1143000"/>
          </a:xfrm>
        </p:spPr>
        <p:txBody>
          <a:bodyPr>
            <a:noAutofit/>
          </a:bodyPr>
          <a:lstStyle/>
          <a:p>
            <a:pPr algn="ctr"/>
            <a:r>
              <a:rPr lang="es-ES_tradnl" sz="3600" dirty="0">
                <a:solidFill>
                  <a:schemeClr val="bg2">
                    <a:lumMod val="25000"/>
                  </a:schemeClr>
                </a:solidFill>
                <a:latin typeface="Lucida Handwriting" pitchFamily="66" charset="0"/>
              </a:rPr>
              <a:t>COMANDOS LENGUAJE DE DEFINICIÓN DE DATOS (DDL)</a:t>
            </a:r>
            <a:endParaRPr lang="es-PE" sz="3600" dirty="0">
              <a:solidFill>
                <a:schemeClr val="bg2">
                  <a:lumMod val="25000"/>
                </a:schemeClr>
              </a:solidFill>
              <a:latin typeface="Lucida Handwriting" pitchFamily="66" charset="0"/>
            </a:endParaRPr>
          </a:p>
        </p:txBody>
      </p:sp>
      <p:pic>
        <p:nvPicPr>
          <p:cNvPr id="9" name="Picture 2">
            <a:hlinkClick r:id="rId2" action="ppaction://hlinksldjump"/>
          </p:cNvPr>
          <p:cNvPicPr>
            <a:picLocks noGrp="1" noChangeAspect="1" noChangeArrowheads="1"/>
          </p:cNvPicPr>
          <p:nvPr>
            <p:ph sz="half" idx="1"/>
          </p:nvPr>
        </p:nvPicPr>
        <p:blipFill>
          <a:blip r:embed="rId3" cstate="print"/>
          <a:srcRect b="14473"/>
          <a:stretch>
            <a:fillRect/>
          </a:stretch>
        </p:blipFill>
        <p:spPr bwMode="auto">
          <a:xfrm>
            <a:off x="0" y="1714488"/>
            <a:ext cx="2143108" cy="5143512"/>
          </a:xfrm>
          <a:prstGeom prst="rect">
            <a:avLst/>
          </a:prstGeom>
          <a:noFill/>
          <a:ln w="9525">
            <a:noFill/>
            <a:miter lim="800000"/>
            <a:headEnd/>
            <a:tailEnd/>
          </a:ln>
          <a:effectLst/>
          <a:scene3d>
            <a:camera prst="orthographicFront">
              <a:rot lat="0" lon="0" rev="0"/>
            </a:camera>
            <a:lightRig rig="chilly" dir="t">
              <a:rot lat="0" lon="0" rev="18480000"/>
            </a:lightRig>
          </a:scene3d>
          <a:sp3d prstMaterial="clear">
            <a:bevelT h="63500"/>
          </a:sp3d>
        </p:spPr>
      </p:pic>
      <p:graphicFrame>
        <p:nvGraphicFramePr>
          <p:cNvPr id="6" name="5 Marcador de contenido"/>
          <p:cNvGraphicFramePr>
            <a:graphicFrameLocks noGrp="1"/>
          </p:cNvGraphicFramePr>
          <p:nvPr>
            <p:ph sz="half" idx="2"/>
          </p:nvPr>
        </p:nvGraphicFramePr>
        <p:xfrm>
          <a:off x="2071670" y="1600200"/>
          <a:ext cx="6786610" cy="52578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transition advClick="0" advTm="40000">
    <p:strips dir="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57158" y="285728"/>
            <a:ext cx="8401080" cy="1285884"/>
          </a:xfrm>
        </p:spPr>
        <p:txBody>
          <a:bodyPr>
            <a:normAutofit fontScale="90000"/>
          </a:bodyPr>
          <a:lstStyle/>
          <a:p>
            <a:r>
              <a:rPr lang="es-ES_tradnl" sz="3600" dirty="0">
                <a:solidFill>
                  <a:schemeClr val="bg2">
                    <a:lumMod val="25000"/>
                  </a:schemeClr>
                </a:solidFill>
                <a:latin typeface="Lucida Handwriting" pitchFamily="66" charset="0"/>
              </a:rPr>
              <a:t>COMANDOS LENGUAJE DE MANIPULACIÓN DE DATOS (DML)</a:t>
            </a:r>
            <a:endParaRPr lang="es-PE" sz="3600" dirty="0"/>
          </a:p>
        </p:txBody>
      </p:sp>
      <p:graphicFrame>
        <p:nvGraphicFramePr>
          <p:cNvPr id="11" name="10 Marcador de contenido"/>
          <p:cNvGraphicFramePr>
            <a:graphicFrameLocks noGrp="1"/>
          </p:cNvGraphicFramePr>
          <p:nvPr>
            <p:ph sz="half" idx="1"/>
          </p:nvPr>
        </p:nvGraphicFramePr>
        <p:xfrm>
          <a:off x="0" y="1571612"/>
          <a:ext cx="6829444" cy="52863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Picture 2">
            <a:hlinkClick r:id="rId7" action="ppaction://hlinksldjump"/>
          </p:cNvPr>
          <p:cNvPicPr>
            <a:picLocks noGrp="1" noChangeAspect="1" noChangeArrowheads="1"/>
          </p:cNvPicPr>
          <p:nvPr>
            <p:ph sz="half" idx="2"/>
          </p:nvPr>
        </p:nvPicPr>
        <p:blipFill>
          <a:blip r:embed="rId8" cstate="print"/>
          <a:srcRect/>
          <a:stretch>
            <a:fillRect/>
          </a:stretch>
        </p:blipFill>
        <p:spPr bwMode="auto">
          <a:xfrm rot="20264998">
            <a:off x="6726353" y="1667258"/>
            <a:ext cx="2409825" cy="3929090"/>
          </a:xfrm>
          <a:prstGeom prst="ellipse">
            <a:avLst/>
          </a:prstGeom>
          <a:ln>
            <a:noFill/>
            <a:headEnd/>
            <a:tailEnd/>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style>
          <a:lnRef idx="1">
            <a:schemeClr val="accent3"/>
          </a:lnRef>
          <a:fillRef idx="2">
            <a:schemeClr val="accent3"/>
          </a:fillRef>
          <a:effectRef idx="1">
            <a:schemeClr val="accent3"/>
          </a:effectRef>
          <a:fontRef idx="minor">
            <a:schemeClr val="dk1"/>
          </a:fontRef>
        </p:style>
      </p:pic>
    </p:spTree>
  </p:cSld>
  <p:clrMapOvr>
    <a:masterClrMapping/>
  </p:clrMapOvr>
  <p:transition advClick="0" advTm="40000">
    <p:strips/>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57158" y="274638"/>
            <a:ext cx="8072494" cy="1143000"/>
          </a:xfrm>
        </p:spPr>
        <p:txBody>
          <a:bodyPr>
            <a:noAutofit/>
          </a:bodyPr>
          <a:lstStyle/>
          <a:p>
            <a:pPr algn="ctr"/>
            <a:r>
              <a:rPr lang="es-ES_tradnl" sz="3600" dirty="0">
                <a:solidFill>
                  <a:schemeClr val="bg2">
                    <a:lumMod val="25000"/>
                  </a:schemeClr>
                </a:solidFill>
                <a:latin typeface="Lucida Handwriting" pitchFamily="66" charset="0"/>
              </a:rPr>
              <a:t>COMANDOS LENGUAJE DE CONTROL DE DATOS (DCL)</a:t>
            </a:r>
            <a:endParaRPr lang="es-PE" sz="3600" dirty="0">
              <a:solidFill>
                <a:schemeClr val="bg2">
                  <a:lumMod val="25000"/>
                </a:schemeClr>
              </a:solidFill>
              <a:latin typeface="Lucida Handwriting" pitchFamily="66" charset="0"/>
            </a:endParaRPr>
          </a:p>
        </p:txBody>
      </p:sp>
      <p:pic>
        <p:nvPicPr>
          <p:cNvPr id="1026" name="Picture 2"/>
          <p:cNvPicPr>
            <a:picLocks noGrp="1" noChangeAspect="1" noChangeArrowheads="1"/>
          </p:cNvPicPr>
          <p:nvPr>
            <p:ph sz="half" idx="1"/>
          </p:nvPr>
        </p:nvPicPr>
        <p:blipFill>
          <a:blip r:embed="rId2" cstate="print"/>
          <a:srcRect/>
          <a:stretch>
            <a:fillRect/>
          </a:stretch>
        </p:blipFill>
        <p:spPr bwMode="auto">
          <a:xfrm>
            <a:off x="142844" y="2857496"/>
            <a:ext cx="1785918" cy="2124517"/>
          </a:xfrm>
          <a:prstGeom prst="rect">
            <a:avLst/>
          </a:prstGeom>
          <a:noFill/>
          <a:ln w="9525">
            <a:noFill/>
            <a:miter lim="800000"/>
            <a:headEnd/>
            <a:tailEnd/>
          </a:ln>
          <a:effectLst/>
        </p:spPr>
      </p:pic>
      <p:graphicFrame>
        <p:nvGraphicFramePr>
          <p:cNvPr id="6" name="5 Marcador de contenido"/>
          <p:cNvGraphicFramePr>
            <a:graphicFrameLocks noGrp="1"/>
          </p:cNvGraphicFramePr>
          <p:nvPr>
            <p:ph sz="half" idx="2"/>
          </p:nvPr>
        </p:nvGraphicFramePr>
        <p:xfrm>
          <a:off x="2071670" y="1600200"/>
          <a:ext cx="6786610" cy="5257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advClick="0" advTm="40000">
    <p:strips dir="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57158" y="285728"/>
            <a:ext cx="8401080" cy="1285884"/>
          </a:xfrm>
        </p:spPr>
        <p:txBody>
          <a:bodyPr>
            <a:normAutofit fontScale="90000"/>
          </a:bodyPr>
          <a:lstStyle/>
          <a:p>
            <a:r>
              <a:rPr lang="es-ES_tradnl" sz="3600" dirty="0">
                <a:solidFill>
                  <a:schemeClr val="bg2">
                    <a:lumMod val="25000"/>
                  </a:schemeClr>
                </a:solidFill>
                <a:latin typeface="Lucida Handwriting" pitchFamily="66" charset="0"/>
              </a:rPr>
              <a:t>COMANDOS LENGUAJE DE CONTROL DE TRANSACCION (TCL)</a:t>
            </a:r>
            <a:endParaRPr lang="es-PE" sz="3600" dirty="0"/>
          </a:p>
        </p:txBody>
      </p:sp>
      <p:graphicFrame>
        <p:nvGraphicFramePr>
          <p:cNvPr id="11" name="10 Marcador de contenido"/>
          <p:cNvGraphicFramePr>
            <a:graphicFrameLocks noGrp="1"/>
          </p:cNvGraphicFramePr>
          <p:nvPr>
            <p:ph sz="half" idx="1"/>
          </p:nvPr>
        </p:nvGraphicFramePr>
        <p:xfrm>
          <a:off x="0" y="2857496"/>
          <a:ext cx="6829444" cy="4000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050" name="Picture 2"/>
          <p:cNvPicPr>
            <a:picLocks noGrp="1" noChangeAspect="1" noChangeArrowheads="1"/>
          </p:cNvPicPr>
          <p:nvPr>
            <p:ph sz="half" idx="2"/>
          </p:nvPr>
        </p:nvPicPr>
        <p:blipFill>
          <a:blip r:embed="rId7" cstate="print"/>
          <a:stretch>
            <a:fillRect/>
          </a:stretch>
        </p:blipFill>
        <p:spPr bwMode="auto">
          <a:xfrm>
            <a:off x="6084168" y="894211"/>
            <a:ext cx="1000000" cy="514286"/>
          </a:xfrm>
          <a:prstGeom prst="rect">
            <a:avLst/>
          </a:prstGeom>
          <a:noFill/>
          <a:ln w="9525">
            <a:noFill/>
            <a:miter lim="800000"/>
            <a:headEnd/>
            <a:tailEnd/>
          </a:ln>
          <a:effectLst/>
        </p:spPr>
      </p:pic>
      <p:sp>
        <p:nvSpPr>
          <p:cNvPr id="5" name="4 Rectángulo"/>
          <p:cNvSpPr/>
          <p:nvPr/>
        </p:nvSpPr>
        <p:spPr>
          <a:xfrm>
            <a:off x="285720" y="1785926"/>
            <a:ext cx="8715436" cy="830997"/>
          </a:xfrm>
          <a:prstGeom prst="rect">
            <a:avLst/>
          </a:prstGeom>
        </p:spPr>
        <p:txBody>
          <a:bodyPr wrap="square">
            <a:spAutoFit/>
          </a:bodyPr>
          <a:lstStyle/>
          <a:p>
            <a:r>
              <a:rPr lang="es-ES" sz="2400" dirty="0"/>
              <a:t>SQL proporciona comandos para gestionar cada transacción siguiente:</a:t>
            </a:r>
          </a:p>
        </p:txBody>
      </p:sp>
    </p:spTree>
  </p:cSld>
  <p:clrMapOvr>
    <a:masterClrMapping/>
  </p:clrMapOvr>
  <p:transition advClick="0" advTm="40000">
    <p:strips/>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28596" y="68580"/>
            <a:ext cx="7467600" cy="939784"/>
          </a:xfrm>
        </p:spPr>
        <p:txBody>
          <a:bodyPr/>
          <a:lstStyle/>
          <a:p>
            <a:pPr algn="ctr"/>
            <a:r>
              <a:rPr lang="es-ES_tradnl" dirty="0">
                <a:solidFill>
                  <a:schemeClr val="bg2">
                    <a:lumMod val="25000"/>
                  </a:schemeClr>
                </a:solidFill>
                <a:latin typeface="Lucida Handwriting" pitchFamily="66" charset="0"/>
              </a:rPr>
              <a:t>CLÁUSULA</a:t>
            </a:r>
            <a:endParaRPr lang="es-PE" dirty="0">
              <a:solidFill>
                <a:schemeClr val="bg2">
                  <a:lumMod val="25000"/>
                </a:schemeClr>
              </a:solidFill>
              <a:latin typeface="Lucida Handwriting" pitchFamily="66" charset="0"/>
            </a:endParaRPr>
          </a:p>
        </p:txBody>
      </p:sp>
      <p:pic>
        <p:nvPicPr>
          <p:cNvPr id="5" name="Picture 2"/>
          <p:cNvPicPr>
            <a:picLocks noGrp="1" noChangeAspect="1" noChangeArrowheads="1"/>
          </p:cNvPicPr>
          <p:nvPr>
            <p:ph sz="half" idx="1"/>
          </p:nvPr>
        </p:nvPicPr>
        <p:blipFill>
          <a:blip r:embed="rId2" cstate="print"/>
          <a:srcRect/>
          <a:stretch>
            <a:fillRect/>
          </a:stretch>
        </p:blipFill>
        <p:spPr bwMode="auto">
          <a:xfrm rot="20371036">
            <a:off x="6700245" y="345309"/>
            <a:ext cx="2400288" cy="6162510"/>
          </a:xfrm>
          <a:prstGeom prst="roundRect">
            <a:avLst>
              <a:gd name="adj" fmla="val 16667"/>
            </a:avLst>
          </a:prstGeom>
          <a:ln>
            <a:noFill/>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pic>
      <p:graphicFrame>
        <p:nvGraphicFramePr>
          <p:cNvPr id="6" name="5 Marcador de contenido"/>
          <p:cNvGraphicFramePr>
            <a:graphicFrameLocks noGrp="1"/>
          </p:cNvGraphicFramePr>
          <p:nvPr>
            <p:ph sz="half" idx="2"/>
          </p:nvPr>
        </p:nvGraphicFramePr>
        <p:xfrm>
          <a:off x="-11460" y="928670"/>
          <a:ext cx="8083922" cy="59293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advClick="0" advTm="40000">
    <p:strips dir="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00034" y="0"/>
            <a:ext cx="7467600" cy="868346"/>
          </a:xfrm>
        </p:spPr>
        <p:txBody>
          <a:bodyPr/>
          <a:lstStyle/>
          <a:p>
            <a:pPr algn="ctr"/>
            <a:r>
              <a:rPr lang="es-ES_tradnl" dirty="0">
                <a:solidFill>
                  <a:schemeClr val="bg2">
                    <a:lumMod val="25000"/>
                  </a:schemeClr>
                </a:solidFill>
                <a:latin typeface="Lucida Handwriting" pitchFamily="66" charset="0"/>
              </a:rPr>
              <a:t>OPERADORES</a:t>
            </a:r>
            <a:endParaRPr lang="es-PE" dirty="0">
              <a:solidFill>
                <a:schemeClr val="bg2">
                  <a:lumMod val="25000"/>
                </a:schemeClr>
              </a:solidFill>
              <a:latin typeface="Lucida Handwriting" pitchFamily="66" charset="0"/>
            </a:endParaRPr>
          </a:p>
        </p:txBody>
      </p:sp>
      <p:graphicFrame>
        <p:nvGraphicFramePr>
          <p:cNvPr id="5" name="4 Marcador de contenido"/>
          <p:cNvGraphicFramePr>
            <a:graphicFrameLocks noGrp="1"/>
          </p:cNvGraphicFramePr>
          <p:nvPr>
            <p:ph sz="half" idx="1"/>
          </p:nvPr>
        </p:nvGraphicFramePr>
        <p:xfrm>
          <a:off x="285720" y="714356"/>
          <a:ext cx="6929486" cy="59293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advClick="0" advTm="17000">
    <p:strips/>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00034" y="0"/>
            <a:ext cx="7467600" cy="1143000"/>
          </a:xfrm>
        </p:spPr>
        <p:txBody>
          <a:bodyPr>
            <a:normAutofit/>
          </a:bodyPr>
          <a:lstStyle/>
          <a:p>
            <a:pPr algn="ctr"/>
            <a:r>
              <a:rPr lang="es-ES_tradnl" dirty="0">
                <a:solidFill>
                  <a:schemeClr val="bg2">
                    <a:lumMod val="25000"/>
                  </a:schemeClr>
                </a:solidFill>
                <a:latin typeface="Lucida Handwriting" pitchFamily="66" charset="0"/>
              </a:rPr>
              <a:t>OPERADORES LÓGICOS</a:t>
            </a:r>
            <a:endParaRPr lang="es-PE" dirty="0">
              <a:solidFill>
                <a:schemeClr val="bg2">
                  <a:lumMod val="25000"/>
                </a:schemeClr>
              </a:solidFill>
              <a:latin typeface="Lucida Handwriting" pitchFamily="66" charset="0"/>
            </a:endParaRPr>
          </a:p>
        </p:txBody>
      </p:sp>
      <p:graphicFrame>
        <p:nvGraphicFramePr>
          <p:cNvPr id="7" name="6 Marcador de contenido"/>
          <p:cNvGraphicFramePr>
            <a:graphicFrameLocks noGrp="1"/>
          </p:cNvGraphicFramePr>
          <p:nvPr>
            <p:ph sz="half" idx="1"/>
          </p:nvPr>
        </p:nvGraphicFramePr>
        <p:xfrm>
          <a:off x="357158" y="1142984"/>
          <a:ext cx="8501122" cy="5429288"/>
        </p:xfrm>
        <a:graphic>
          <a:graphicData uri="http://schemas.openxmlformats.org/drawingml/2006/table">
            <a:tbl>
              <a:tblPr firstRow="1" bandRow="1">
                <a:tableStyleId>{1E171933-4619-4E11-9A3F-F7608DF75F80}</a:tableStyleId>
              </a:tblPr>
              <a:tblGrid>
                <a:gridCol w="2536725">
                  <a:extLst>
                    <a:ext uri="{9D8B030D-6E8A-4147-A177-3AD203B41FA5}">
                      <a16:colId xmlns:a16="http://schemas.microsoft.com/office/drawing/2014/main" val="20000"/>
                    </a:ext>
                  </a:extLst>
                </a:gridCol>
                <a:gridCol w="5964397">
                  <a:extLst>
                    <a:ext uri="{9D8B030D-6E8A-4147-A177-3AD203B41FA5}">
                      <a16:colId xmlns:a16="http://schemas.microsoft.com/office/drawing/2014/main" val="20001"/>
                    </a:ext>
                  </a:extLst>
                </a:gridCol>
              </a:tblGrid>
              <a:tr h="878267">
                <a:tc>
                  <a:txBody>
                    <a:bodyPr/>
                    <a:lstStyle/>
                    <a:p>
                      <a:pPr algn="ctr"/>
                      <a:r>
                        <a:rPr lang="es-ES_tradnl" sz="2800" b="1" cap="none" spc="0"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glow rad="228600">
                              <a:schemeClr val="accent6">
                                <a:satMod val="175000"/>
                                <a:alpha val="40000"/>
                              </a:schemeClr>
                            </a:glow>
                            <a:outerShdw blurRad="38100" dist="38100" dir="7020000" algn="tl">
                              <a:srgbClr val="000000">
                                <a:alpha val="35000"/>
                              </a:srgbClr>
                            </a:outerShdw>
                          </a:effectLst>
                          <a:latin typeface="Arial Narrow" pitchFamily="34" charset="0"/>
                        </a:rPr>
                        <a:t>OPERADORES</a:t>
                      </a:r>
                      <a:endParaRPr lang="es-PE" sz="2800" b="1" cap="none" spc="0"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ffectLst>
                          <a:glow rad="228600">
                            <a:schemeClr val="accent6">
                              <a:satMod val="175000"/>
                              <a:alpha val="40000"/>
                            </a:schemeClr>
                          </a:glow>
                          <a:outerShdw blurRad="38100" dist="38100" dir="7020000" algn="tl">
                            <a:srgbClr val="000000">
                              <a:alpha val="35000"/>
                            </a:srgbClr>
                          </a:outerShdw>
                        </a:effectLst>
                        <a:latin typeface="Arial Narrow" pitchFamily="34" charset="0"/>
                      </a:endParaRPr>
                    </a:p>
                  </a:txBody>
                  <a:tcPr/>
                </a:tc>
                <a:tc>
                  <a:txBody>
                    <a:bodyPr/>
                    <a:lstStyle/>
                    <a:p>
                      <a:pPr algn="ctr"/>
                      <a:r>
                        <a:rPr lang="es-ES_tradnl" sz="3600" b="1" cap="none" spc="0"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glow rad="228600">
                              <a:schemeClr val="accent6">
                                <a:satMod val="175000"/>
                                <a:alpha val="40000"/>
                              </a:schemeClr>
                            </a:glow>
                            <a:outerShdw blurRad="38100" dist="38100" dir="7020000" algn="tl">
                              <a:srgbClr val="000000">
                                <a:alpha val="35000"/>
                              </a:srgbClr>
                            </a:outerShdw>
                          </a:effectLst>
                        </a:rPr>
                        <a:t>USO </a:t>
                      </a:r>
                      <a:endParaRPr lang="es-PE" sz="3600" b="1" cap="none" spc="0"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glow rad="228600">
                            <a:schemeClr val="accent6">
                              <a:satMod val="175000"/>
                              <a:alpha val="40000"/>
                            </a:schemeClr>
                          </a:glow>
                          <a:outerShdw blurRad="38100" dist="38100" dir="7020000" algn="tl">
                            <a:srgbClr val="000000">
                              <a:alpha val="35000"/>
                            </a:srgbClr>
                          </a:outerShdw>
                        </a:effectLst>
                      </a:endParaRPr>
                    </a:p>
                  </a:txBody>
                  <a:tcPr/>
                </a:tc>
                <a:extLst>
                  <a:ext uri="{0D108BD9-81ED-4DB2-BD59-A6C34878D82A}">
                    <a16:rowId xmlns:a16="http://schemas.microsoft.com/office/drawing/2014/main" val="10000"/>
                  </a:ext>
                </a:extLst>
              </a:tr>
              <a:tr h="1517007">
                <a:tc>
                  <a:txBody>
                    <a:bodyPr/>
                    <a:lstStyle/>
                    <a:p>
                      <a:pPr algn="just"/>
                      <a:r>
                        <a:rPr lang="es-ES_tradnl" sz="2400" b="1" cap="none" spc="0" dirty="0">
                          <a:ln w="10541" cmpd="sng">
                            <a:solidFill>
                              <a:srgbClr val="7D7D7D">
                                <a:tint val="100000"/>
                                <a:shade val="100000"/>
                                <a:satMod val="110000"/>
                              </a:srgbClr>
                            </a:solidFill>
                            <a:prstDash val="solid"/>
                          </a:ln>
                          <a:solidFill>
                            <a:schemeClr val="tx2">
                              <a:lumMod val="40000"/>
                              <a:lumOff val="60000"/>
                            </a:schemeClr>
                          </a:solidFill>
                          <a:effectLst/>
                        </a:rPr>
                        <a:t>AND</a:t>
                      </a:r>
                      <a:endParaRPr lang="es-PE" sz="2400" b="1" cap="none" spc="0" dirty="0">
                        <a:ln w="10541" cmpd="sng">
                          <a:solidFill>
                            <a:srgbClr val="7D7D7D">
                              <a:tint val="100000"/>
                              <a:shade val="100000"/>
                              <a:satMod val="110000"/>
                            </a:srgbClr>
                          </a:solidFill>
                          <a:prstDash val="solid"/>
                        </a:ln>
                        <a:solidFill>
                          <a:schemeClr val="tx2">
                            <a:lumMod val="40000"/>
                            <a:lumOff val="60000"/>
                          </a:schemeClr>
                        </a:solidFill>
                        <a:effectLst/>
                      </a:endParaRPr>
                    </a:p>
                  </a:txBody>
                  <a:tcPr/>
                </a:tc>
                <a:tc>
                  <a:txBody>
                    <a:bodyPr/>
                    <a:lstStyle/>
                    <a:p>
                      <a:pPr algn="just"/>
                      <a:r>
                        <a:rPr lang="es-ES_tradnl" sz="2400" b="1" cap="none" spc="0" dirty="0">
                          <a:ln w="10541" cmpd="sng">
                            <a:solidFill>
                              <a:srgbClr val="7D7D7D">
                                <a:tint val="100000"/>
                                <a:shade val="100000"/>
                                <a:satMod val="110000"/>
                              </a:srgbClr>
                            </a:solidFill>
                            <a:prstDash val="solid"/>
                          </a:ln>
                          <a:solidFill>
                            <a:schemeClr val="tx2">
                              <a:lumMod val="40000"/>
                              <a:lumOff val="60000"/>
                            </a:schemeClr>
                          </a:solidFill>
                          <a:effectLst/>
                        </a:rPr>
                        <a:t>ES EL “Y” LÓGICO.</a:t>
                      </a:r>
                      <a:r>
                        <a:rPr lang="es-ES_tradnl" sz="2400" b="1" cap="none" spc="0" baseline="0" dirty="0">
                          <a:ln w="10541" cmpd="sng">
                            <a:solidFill>
                              <a:srgbClr val="7D7D7D">
                                <a:tint val="100000"/>
                                <a:shade val="100000"/>
                                <a:satMod val="110000"/>
                              </a:srgbClr>
                            </a:solidFill>
                            <a:prstDash val="solid"/>
                          </a:ln>
                          <a:solidFill>
                            <a:schemeClr val="tx2">
                              <a:lumMod val="40000"/>
                              <a:lumOff val="60000"/>
                            </a:schemeClr>
                          </a:solidFill>
                          <a:effectLst/>
                        </a:rPr>
                        <a:t> EVALÚA DOS CONDICONES Y DEVUELVE UN VALOR DE VERDAD SÓLO SI AMBAS SON CIERTAS.</a:t>
                      </a:r>
                      <a:endParaRPr lang="es-PE" sz="2400" b="1" cap="none" spc="0" dirty="0">
                        <a:ln w="10541" cmpd="sng">
                          <a:solidFill>
                            <a:srgbClr val="7D7D7D">
                              <a:tint val="100000"/>
                              <a:shade val="100000"/>
                              <a:satMod val="110000"/>
                            </a:srgbClr>
                          </a:solidFill>
                          <a:prstDash val="solid"/>
                        </a:ln>
                        <a:solidFill>
                          <a:schemeClr val="tx2">
                            <a:lumMod val="40000"/>
                            <a:lumOff val="60000"/>
                          </a:schemeClr>
                        </a:solidFill>
                        <a:effectLst/>
                      </a:endParaRPr>
                    </a:p>
                  </a:txBody>
                  <a:tcPr/>
                </a:tc>
                <a:extLst>
                  <a:ext uri="{0D108BD9-81ED-4DB2-BD59-A6C34878D82A}">
                    <a16:rowId xmlns:a16="http://schemas.microsoft.com/office/drawing/2014/main" val="10001"/>
                  </a:ext>
                </a:extLst>
              </a:tr>
              <a:tr h="1517007">
                <a:tc>
                  <a:txBody>
                    <a:bodyPr/>
                    <a:lstStyle/>
                    <a:p>
                      <a:pPr algn="just"/>
                      <a:r>
                        <a:rPr lang="es-ES_tradnl" sz="2400" b="1" cap="none" spc="0" dirty="0">
                          <a:ln w="10541" cmpd="sng">
                            <a:solidFill>
                              <a:srgbClr val="7D7D7D">
                                <a:tint val="100000"/>
                                <a:shade val="100000"/>
                                <a:satMod val="110000"/>
                              </a:srgbClr>
                            </a:solidFill>
                            <a:prstDash val="solid"/>
                          </a:ln>
                          <a:solidFill>
                            <a:schemeClr val="tx2">
                              <a:lumMod val="40000"/>
                              <a:lumOff val="60000"/>
                            </a:schemeClr>
                          </a:solidFill>
                          <a:effectLst/>
                        </a:rPr>
                        <a:t>OR</a:t>
                      </a:r>
                      <a:endParaRPr lang="es-PE" sz="2400" b="1" cap="none" spc="0" dirty="0">
                        <a:ln w="10541" cmpd="sng">
                          <a:solidFill>
                            <a:srgbClr val="7D7D7D">
                              <a:tint val="100000"/>
                              <a:shade val="100000"/>
                              <a:satMod val="110000"/>
                            </a:srgbClr>
                          </a:solidFill>
                          <a:prstDash val="solid"/>
                        </a:ln>
                        <a:solidFill>
                          <a:schemeClr val="tx2">
                            <a:lumMod val="40000"/>
                            <a:lumOff val="60000"/>
                          </a:schemeClr>
                        </a:solidFill>
                        <a:effectLst/>
                      </a:endParaRPr>
                    </a:p>
                  </a:txBody>
                  <a:tcPr/>
                </a:tc>
                <a:tc>
                  <a:txBody>
                    <a:bodyPr/>
                    <a:lstStyle/>
                    <a:p>
                      <a:pPr algn="just"/>
                      <a:r>
                        <a:rPr lang="es-ES_tradnl" sz="2400" b="1" cap="none" spc="0" dirty="0">
                          <a:ln w="10541" cmpd="sng">
                            <a:solidFill>
                              <a:srgbClr val="7D7D7D">
                                <a:tint val="100000"/>
                                <a:shade val="100000"/>
                                <a:satMod val="110000"/>
                              </a:srgbClr>
                            </a:solidFill>
                            <a:prstDash val="solid"/>
                          </a:ln>
                          <a:solidFill>
                            <a:schemeClr val="tx2">
                              <a:lumMod val="40000"/>
                              <a:lumOff val="60000"/>
                            </a:schemeClr>
                          </a:solidFill>
                          <a:effectLst/>
                        </a:rPr>
                        <a:t>ES EL “O” LÓGICO.  EVALÚA DOS CONDICIONES  Y DEVUELVE UN VALOR SI ALGUNA DE LAS DOS ES CIERTA.</a:t>
                      </a:r>
                      <a:endParaRPr lang="es-PE" sz="2400" b="1" cap="none" spc="0" dirty="0">
                        <a:ln w="10541" cmpd="sng">
                          <a:solidFill>
                            <a:srgbClr val="7D7D7D">
                              <a:tint val="100000"/>
                              <a:shade val="100000"/>
                              <a:satMod val="110000"/>
                            </a:srgbClr>
                          </a:solidFill>
                          <a:prstDash val="solid"/>
                        </a:ln>
                        <a:solidFill>
                          <a:schemeClr val="tx2">
                            <a:lumMod val="40000"/>
                            <a:lumOff val="60000"/>
                          </a:schemeClr>
                        </a:solidFill>
                        <a:effectLst/>
                      </a:endParaRPr>
                    </a:p>
                  </a:txBody>
                  <a:tcPr/>
                </a:tc>
                <a:extLst>
                  <a:ext uri="{0D108BD9-81ED-4DB2-BD59-A6C34878D82A}">
                    <a16:rowId xmlns:a16="http://schemas.microsoft.com/office/drawing/2014/main" val="10002"/>
                  </a:ext>
                </a:extLst>
              </a:tr>
              <a:tr h="1517007">
                <a:tc>
                  <a:txBody>
                    <a:bodyPr/>
                    <a:lstStyle/>
                    <a:p>
                      <a:pPr algn="just"/>
                      <a:r>
                        <a:rPr lang="es-ES_tradnl" sz="2400" b="1" cap="none" spc="0" dirty="0">
                          <a:ln w="10541" cmpd="sng">
                            <a:solidFill>
                              <a:srgbClr val="7D7D7D">
                                <a:tint val="100000"/>
                                <a:shade val="100000"/>
                                <a:satMod val="110000"/>
                              </a:srgbClr>
                            </a:solidFill>
                            <a:prstDash val="solid"/>
                          </a:ln>
                          <a:solidFill>
                            <a:schemeClr val="tx2">
                              <a:lumMod val="40000"/>
                              <a:lumOff val="60000"/>
                            </a:schemeClr>
                          </a:solidFill>
                          <a:effectLst/>
                        </a:rPr>
                        <a:t>NOT</a:t>
                      </a:r>
                      <a:endParaRPr lang="es-PE" sz="2400" b="1" cap="none" spc="0" dirty="0">
                        <a:ln w="10541" cmpd="sng">
                          <a:solidFill>
                            <a:srgbClr val="7D7D7D">
                              <a:tint val="100000"/>
                              <a:shade val="100000"/>
                              <a:satMod val="110000"/>
                            </a:srgbClr>
                          </a:solidFill>
                          <a:prstDash val="solid"/>
                        </a:ln>
                        <a:solidFill>
                          <a:schemeClr val="tx2">
                            <a:lumMod val="40000"/>
                            <a:lumOff val="60000"/>
                          </a:schemeClr>
                        </a:solidFill>
                        <a:effectLst/>
                      </a:endParaRPr>
                    </a:p>
                  </a:txBody>
                  <a:tcPr/>
                </a:tc>
                <a:tc>
                  <a:txBody>
                    <a:bodyPr/>
                    <a:lstStyle/>
                    <a:p>
                      <a:pPr algn="just"/>
                      <a:r>
                        <a:rPr lang="es-ES_tradnl" sz="2400" b="1" cap="none" spc="0" dirty="0">
                          <a:ln w="10541" cmpd="sng">
                            <a:solidFill>
                              <a:srgbClr val="7D7D7D">
                                <a:tint val="100000"/>
                                <a:shade val="100000"/>
                                <a:satMod val="110000"/>
                              </a:srgbClr>
                            </a:solidFill>
                            <a:prstDash val="solid"/>
                          </a:ln>
                          <a:solidFill>
                            <a:schemeClr val="tx2">
                              <a:lumMod val="40000"/>
                              <a:lumOff val="60000"/>
                            </a:schemeClr>
                          </a:solidFill>
                          <a:effectLst/>
                        </a:rPr>
                        <a:t>NEGACIÓN LÓGICA.</a:t>
                      </a:r>
                      <a:r>
                        <a:rPr lang="es-ES_tradnl" sz="2400" b="1" cap="none" spc="0" baseline="0" dirty="0">
                          <a:ln w="10541" cmpd="sng">
                            <a:solidFill>
                              <a:srgbClr val="7D7D7D">
                                <a:tint val="100000"/>
                                <a:shade val="100000"/>
                                <a:satMod val="110000"/>
                              </a:srgbClr>
                            </a:solidFill>
                            <a:prstDash val="solid"/>
                          </a:ln>
                          <a:solidFill>
                            <a:schemeClr val="tx2">
                              <a:lumMod val="40000"/>
                              <a:lumOff val="60000"/>
                            </a:schemeClr>
                          </a:solidFill>
                          <a:effectLst/>
                        </a:rPr>
                        <a:t> DEVUELVE EL VALOR CONTRARIO DE LA EXPRESIÓN.</a:t>
                      </a:r>
                      <a:endParaRPr lang="es-PE" sz="2400" b="1" cap="none" spc="0" dirty="0">
                        <a:ln w="10541" cmpd="sng">
                          <a:solidFill>
                            <a:srgbClr val="7D7D7D">
                              <a:tint val="100000"/>
                              <a:shade val="100000"/>
                              <a:satMod val="110000"/>
                            </a:srgbClr>
                          </a:solidFill>
                          <a:prstDash val="solid"/>
                        </a:ln>
                        <a:solidFill>
                          <a:schemeClr val="tx2">
                            <a:lumMod val="40000"/>
                            <a:lumOff val="60000"/>
                          </a:schemeClr>
                        </a:solidFill>
                        <a:effectLst/>
                      </a:endParaRPr>
                    </a:p>
                  </a:txBody>
                  <a:tcPr/>
                </a:tc>
                <a:extLst>
                  <a:ext uri="{0D108BD9-81ED-4DB2-BD59-A6C34878D82A}">
                    <a16:rowId xmlns:a16="http://schemas.microsoft.com/office/drawing/2014/main" val="10003"/>
                  </a:ext>
                </a:extLst>
              </a:tr>
            </a:tbl>
          </a:graphicData>
        </a:graphic>
      </p:graphicFrame>
    </p:spTree>
  </p:cSld>
  <p:clrMapOvr>
    <a:masterClrMapping/>
  </p:clrMapOvr>
  <p:transition advClick="0" advTm="35000">
    <p:pull dir="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0" y="46038"/>
            <a:ext cx="9144000" cy="939784"/>
          </a:xfrm>
        </p:spPr>
        <p:txBody>
          <a:bodyPr>
            <a:normAutofit/>
          </a:bodyPr>
          <a:lstStyle/>
          <a:p>
            <a:pPr algn="ctr"/>
            <a:r>
              <a:rPr lang="es-ES_tradnl" sz="3600" dirty="0">
                <a:solidFill>
                  <a:schemeClr val="bg2">
                    <a:lumMod val="25000"/>
                  </a:schemeClr>
                </a:solidFill>
                <a:latin typeface="Lucida Handwriting" pitchFamily="66" charset="0"/>
              </a:rPr>
              <a:t>OPERADORES DE COMPARACIÓN</a:t>
            </a:r>
            <a:endParaRPr lang="es-PE" sz="3600" dirty="0">
              <a:solidFill>
                <a:schemeClr val="bg2">
                  <a:lumMod val="25000"/>
                </a:schemeClr>
              </a:solidFill>
              <a:latin typeface="Lucida Handwriting" pitchFamily="66" charset="0"/>
            </a:endParaRPr>
          </a:p>
        </p:txBody>
      </p:sp>
      <p:graphicFrame>
        <p:nvGraphicFramePr>
          <p:cNvPr id="4" name="3 Marcador de contenido"/>
          <p:cNvGraphicFramePr>
            <a:graphicFrameLocks noGrp="1"/>
          </p:cNvGraphicFramePr>
          <p:nvPr>
            <p:ph idx="1"/>
            <p:extLst>
              <p:ext uri="{D42A27DB-BD31-4B8C-83A1-F6EECF244321}">
                <p14:modId xmlns:p14="http://schemas.microsoft.com/office/powerpoint/2010/main" val="3630060911"/>
              </p:ext>
            </p:extLst>
          </p:nvPr>
        </p:nvGraphicFramePr>
        <p:xfrm>
          <a:off x="205740" y="962961"/>
          <a:ext cx="8686800" cy="5708361"/>
        </p:xfrm>
        <a:graphic>
          <a:graphicData uri="http://schemas.openxmlformats.org/drawingml/2006/table">
            <a:tbl>
              <a:tblPr firstRow="1" bandRow="1">
                <a:tableStyleId>{1FECB4D8-DB02-4DC6-A0A2-4F2EBAE1DC90}</a:tableStyleId>
              </a:tblPr>
              <a:tblGrid>
                <a:gridCol w="1998842">
                  <a:extLst>
                    <a:ext uri="{9D8B030D-6E8A-4147-A177-3AD203B41FA5}">
                      <a16:colId xmlns:a16="http://schemas.microsoft.com/office/drawing/2014/main" val="20000"/>
                    </a:ext>
                  </a:extLst>
                </a:gridCol>
                <a:gridCol w="6687958">
                  <a:extLst>
                    <a:ext uri="{9D8B030D-6E8A-4147-A177-3AD203B41FA5}">
                      <a16:colId xmlns:a16="http://schemas.microsoft.com/office/drawing/2014/main" val="20001"/>
                    </a:ext>
                  </a:extLst>
                </a:gridCol>
              </a:tblGrid>
              <a:tr h="575468">
                <a:tc>
                  <a:txBody>
                    <a:bodyPr/>
                    <a:lstStyle/>
                    <a:p>
                      <a:pPr algn="ctr"/>
                      <a:r>
                        <a:rPr lang="es-ES_tradnl" sz="2000" b="0" cap="none" spc="0" dirty="0">
                          <a:ln w="10160">
                            <a:solidFill>
                              <a:schemeClr val="accent1"/>
                            </a:solidFill>
                            <a:prstDash val="solid"/>
                          </a:ln>
                          <a:solidFill>
                            <a:schemeClr val="tx1"/>
                          </a:solidFill>
                          <a:effectLst>
                            <a:outerShdw blurRad="38100" dist="32000" dir="5400000" algn="tl">
                              <a:srgbClr val="000000">
                                <a:alpha val="30000"/>
                              </a:srgbClr>
                            </a:outerShdw>
                          </a:effectLst>
                        </a:rPr>
                        <a:t>OPERADOR</a:t>
                      </a:r>
                      <a:endParaRPr lang="es-PE" sz="2000" b="0" cap="none" spc="0" dirty="0">
                        <a:ln w="10160">
                          <a:solidFill>
                            <a:schemeClr val="accent1"/>
                          </a:solidFill>
                          <a:prstDash val="solid"/>
                        </a:ln>
                        <a:solidFill>
                          <a:schemeClr val="tx1"/>
                        </a:solidFill>
                        <a:effectLst>
                          <a:outerShdw blurRad="38100" dist="32000" dir="5400000" algn="tl">
                            <a:srgbClr val="000000">
                              <a:alpha val="30000"/>
                            </a:srgbClr>
                          </a:outerShdw>
                        </a:effectLst>
                      </a:endParaRPr>
                    </a:p>
                  </a:txBody>
                  <a:tcPr/>
                </a:tc>
                <a:tc>
                  <a:txBody>
                    <a:bodyPr/>
                    <a:lstStyle/>
                    <a:p>
                      <a:pPr algn="ctr"/>
                      <a:r>
                        <a:rPr lang="es-ES_tradnl" sz="2000" b="0" cap="none" spc="0" dirty="0">
                          <a:ln w="10160">
                            <a:solidFill>
                              <a:schemeClr val="accent1"/>
                            </a:solidFill>
                            <a:prstDash val="solid"/>
                          </a:ln>
                          <a:solidFill>
                            <a:schemeClr val="tx1"/>
                          </a:solidFill>
                          <a:effectLst>
                            <a:outerShdw blurRad="38100" dist="32000" dir="5400000" algn="tl">
                              <a:srgbClr val="000000">
                                <a:alpha val="30000"/>
                              </a:srgbClr>
                            </a:outerShdw>
                          </a:effectLst>
                        </a:rPr>
                        <a:t>USO </a:t>
                      </a:r>
                      <a:endParaRPr lang="es-PE" sz="2000" b="0" cap="none" spc="0" dirty="0">
                        <a:ln w="10160">
                          <a:solidFill>
                            <a:schemeClr val="accent1"/>
                          </a:solidFill>
                          <a:prstDash val="solid"/>
                        </a:ln>
                        <a:solidFill>
                          <a:schemeClr val="tx1"/>
                        </a:solidFill>
                        <a:effectLst>
                          <a:outerShdw blurRad="38100" dist="32000" dir="5400000" algn="tl">
                            <a:srgbClr val="000000">
                              <a:alpha val="30000"/>
                            </a:srgbClr>
                          </a:outerShdw>
                        </a:effectLst>
                      </a:endParaRPr>
                    </a:p>
                  </a:txBody>
                  <a:tcPr/>
                </a:tc>
                <a:extLst>
                  <a:ext uri="{0D108BD9-81ED-4DB2-BD59-A6C34878D82A}">
                    <a16:rowId xmlns:a16="http://schemas.microsoft.com/office/drawing/2014/main" val="10000"/>
                  </a:ext>
                </a:extLst>
              </a:tr>
              <a:tr h="575468">
                <a:tc>
                  <a:txBody>
                    <a:bodyPr/>
                    <a:lstStyle/>
                    <a:p>
                      <a:r>
                        <a:rPr lang="es-ES_tradnl"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rPr>
                        <a:t>&lt;</a:t>
                      </a:r>
                      <a:endParaRPr lang="es-PE"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endParaRPr>
                    </a:p>
                  </a:txBody>
                  <a:tcPr/>
                </a:tc>
                <a:tc>
                  <a:txBody>
                    <a:bodyPr/>
                    <a:lstStyle/>
                    <a:p>
                      <a:r>
                        <a:rPr lang="es-ES_tradnl"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rPr>
                        <a:t>MENOR QUE</a:t>
                      </a:r>
                      <a:endParaRPr lang="es-PE"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endParaRPr>
                    </a:p>
                  </a:txBody>
                  <a:tcPr/>
                </a:tc>
                <a:extLst>
                  <a:ext uri="{0D108BD9-81ED-4DB2-BD59-A6C34878D82A}">
                    <a16:rowId xmlns:a16="http://schemas.microsoft.com/office/drawing/2014/main" val="10001"/>
                  </a:ext>
                </a:extLst>
              </a:tr>
              <a:tr h="575468">
                <a:tc>
                  <a:txBody>
                    <a:bodyPr/>
                    <a:lstStyle/>
                    <a:p>
                      <a:r>
                        <a:rPr lang="es-ES_tradnl"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rPr>
                        <a:t>&gt;</a:t>
                      </a:r>
                      <a:endParaRPr lang="es-PE"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endParaRPr>
                    </a:p>
                  </a:txBody>
                  <a:tcPr/>
                </a:tc>
                <a:tc>
                  <a:txBody>
                    <a:bodyPr/>
                    <a:lstStyle/>
                    <a:p>
                      <a:r>
                        <a:rPr lang="es-ES_tradnl"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rPr>
                        <a:t>MAYOR QUE</a:t>
                      </a:r>
                      <a:endParaRPr lang="es-PE"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endParaRPr>
                    </a:p>
                  </a:txBody>
                  <a:tcPr/>
                </a:tc>
                <a:extLst>
                  <a:ext uri="{0D108BD9-81ED-4DB2-BD59-A6C34878D82A}">
                    <a16:rowId xmlns:a16="http://schemas.microsoft.com/office/drawing/2014/main" val="10002"/>
                  </a:ext>
                </a:extLst>
              </a:tr>
              <a:tr h="575468">
                <a:tc>
                  <a:txBody>
                    <a:bodyPr/>
                    <a:lstStyle/>
                    <a:p>
                      <a:r>
                        <a:rPr lang="es-ES_tradnl"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rPr>
                        <a:t>&lt;&gt;</a:t>
                      </a:r>
                      <a:endParaRPr lang="es-PE"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endParaRPr>
                    </a:p>
                  </a:txBody>
                  <a:tcPr/>
                </a:tc>
                <a:tc>
                  <a:txBody>
                    <a:bodyPr/>
                    <a:lstStyle/>
                    <a:p>
                      <a:r>
                        <a:rPr lang="es-ES_tradnl"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rPr>
                        <a:t>DISTINTO QUE</a:t>
                      </a:r>
                      <a:endParaRPr lang="es-PE"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endParaRPr>
                    </a:p>
                  </a:txBody>
                  <a:tcPr/>
                </a:tc>
                <a:extLst>
                  <a:ext uri="{0D108BD9-81ED-4DB2-BD59-A6C34878D82A}">
                    <a16:rowId xmlns:a16="http://schemas.microsoft.com/office/drawing/2014/main" val="10003"/>
                  </a:ext>
                </a:extLst>
              </a:tr>
              <a:tr h="575468">
                <a:tc>
                  <a:txBody>
                    <a:bodyPr/>
                    <a:lstStyle/>
                    <a:p>
                      <a:r>
                        <a:rPr lang="es-ES_tradnl"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rPr>
                        <a:t>&lt;=</a:t>
                      </a:r>
                      <a:endParaRPr lang="es-PE"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endParaRPr>
                    </a:p>
                  </a:txBody>
                  <a:tcPr/>
                </a:tc>
                <a:tc>
                  <a:txBody>
                    <a:bodyPr/>
                    <a:lstStyle/>
                    <a:p>
                      <a:r>
                        <a:rPr lang="es-ES_tradnl"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rPr>
                        <a:t>MENOR  O IGUAL QUE</a:t>
                      </a:r>
                      <a:endParaRPr lang="es-PE"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endParaRPr>
                    </a:p>
                  </a:txBody>
                  <a:tcPr/>
                </a:tc>
                <a:extLst>
                  <a:ext uri="{0D108BD9-81ED-4DB2-BD59-A6C34878D82A}">
                    <a16:rowId xmlns:a16="http://schemas.microsoft.com/office/drawing/2014/main" val="10004"/>
                  </a:ext>
                </a:extLst>
              </a:tr>
              <a:tr h="575468">
                <a:tc>
                  <a:txBody>
                    <a:bodyPr/>
                    <a:lstStyle/>
                    <a:p>
                      <a:r>
                        <a:rPr lang="es-ES_tradnl"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rPr>
                        <a:t>&gt;=</a:t>
                      </a:r>
                      <a:endParaRPr lang="es-PE"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endParaRPr>
                    </a:p>
                  </a:txBody>
                  <a:tcPr/>
                </a:tc>
                <a:tc>
                  <a:txBody>
                    <a:bodyPr/>
                    <a:lstStyle/>
                    <a:p>
                      <a:r>
                        <a:rPr lang="es-ES_tradnl"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rPr>
                        <a:t>MAYOR O IGUAL QUE</a:t>
                      </a:r>
                      <a:endParaRPr lang="es-PE"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endParaRPr>
                    </a:p>
                  </a:txBody>
                  <a:tcPr/>
                </a:tc>
                <a:extLst>
                  <a:ext uri="{0D108BD9-81ED-4DB2-BD59-A6C34878D82A}">
                    <a16:rowId xmlns:a16="http://schemas.microsoft.com/office/drawing/2014/main" val="10005"/>
                  </a:ext>
                </a:extLst>
              </a:tr>
              <a:tr h="751851">
                <a:tc>
                  <a:txBody>
                    <a:bodyPr/>
                    <a:lstStyle/>
                    <a:p>
                      <a:r>
                        <a:rPr lang="es-ES_tradnl"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rPr>
                        <a:t>BETWEEN</a:t>
                      </a:r>
                    </a:p>
                  </a:txBody>
                  <a:tcPr/>
                </a:tc>
                <a:tc>
                  <a:txBody>
                    <a:bodyPr/>
                    <a:lstStyle/>
                    <a:p>
                      <a:r>
                        <a:rPr lang="es-ES_tradnl"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rPr>
                        <a:t>UTILIZADO PARA ESPECIFICAR UN INTERVALO DE VALORES</a:t>
                      </a:r>
                      <a:endParaRPr lang="es-PE"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endParaRPr>
                    </a:p>
                  </a:txBody>
                  <a:tcPr/>
                </a:tc>
                <a:extLst>
                  <a:ext uri="{0D108BD9-81ED-4DB2-BD59-A6C34878D82A}">
                    <a16:rowId xmlns:a16="http://schemas.microsoft.com/office/drawing/2014/main" val="10006"/>
                  </a:ext>
                </a:extLst>
              </a:tr>
              <a:tr h="751851">
                <a:tc>
                  <a:txBody>
                    <a:bodyPr/>
                    <a:lstStyle/>
                    <a:p>
                      <a:r>
                        <a:rPr lang="es-ES_tradnl"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rPr>
                        <a:t>LIKE</a:t>
                      </a:r>
                      <a:endParaRPr lang="es-PE"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endParaRPr>
                    </a:p>
                  </a:txBody>
                  <a:tcPr/>
                </a:tc>
                <a:tc>
                  <a:txBody>
                    <a:bodyPr/>
                    <a:lstStyle/>
                    <a:p>
                      <a:r>
                        <a:rPr lang="es-ES_tradnl"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rPr>
                        <a:t>UTILIZADO EN LA COMPARACIÓN</a:t>
                      </a:r>
                      <a:r>
                        <a:rPr lang="es-ES_tradnl" sz="2000" b="1" cap="all" spc="0" baseline="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rPr>
                        <a:t> DE UN MODELO</a:t>
                      </a:r>
                      <a:endParaRPr lang="es-PE"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endParaRPr>
                    </a:p>
                  </a:txBody>
                  <a:tcPr/>
                </a:tc>
                <a:extLst>
                  <a:ext uri="{0D108BD9-81ED-4DB2-BD59-A6C34878D82A}">
                    <a16:rowId xmlns:a16="http://schemas.microsoft.com/office/drawing/2014/main" val="10007"/>
                  </a:ext>
                </a:extLst>
              </a:tr>
              <a:tr h="751851">
                <a:tc>
                  <a:txBody>
                    <a:bodyPr/>
                    <a:lstStyle/>
                    <a:p>
                      <a:r>
                        <a:rPr lang="es-ES_tradnl"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rPr>
                        <a:t>IN</a:t>
                      </a:r>
                      <a:endParaRPr lang="es-PE"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endParaRPr>
                    </a:p>
                  </a:txBody>
                  <a:tcPr/>
                </a:tc>
                <a:tc>
                  <a:txBody>
                    <a:bodyPr/>
                    <a:lstStyle/>
                    <a:p>
                      <a:r>
                        <a:rPr lang="es-ES_tradnl"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rPr>
                        <a:t>UTILIZADO PARA ESPECIFICAR REGISTROS DE UNA BASE DE DATOS.</a:t>
                      </a:r>
                      <a:endParaRPr lang="es-PE" sz="2000" b="1" cap="all" spc="0"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endParaRPr>
                    </a:p>
                  </a:txBody>
                  <a:tcPr/>
                </a:tc>
                <a:extLst>
                  <a:ext uri="{0D108BD9-81ED-4DB2-BD59-A6C34878D82A}">
                    <a16:rowId xmlns:a16="http://schemas.microsoft.com/office/drawing/2014/main" val="10008"/>
                  </a:ext>
                </a:extLst>
              </a:tr>
            </a:tbl>
          </a:graphicData>
        </a:graphic>
      </p:graphicFrame>
    </p:spTree>
  </p:cSld>
  <p:clrMapOvr>
    <a:masterClrMapping/>
  </p:clrMapOvr>
  <p:transition advClick="0" advTm="33000">
    <p:pull dir="l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186766" cy="1143000"/>
          </a:xfrm>
        </p:spPr>
        <p:txBody>
          <a:bodyPr>
            <a:normAutofit/>
          </a:bodyPr>
          <a:lstStyle/>
          <a:p>
            <a:pPr algn="ctr"/>
            <a:r>
              <a:rPr lang="es-ES_tradnl" dirty="0">
                <a:solidFill>
                  <a:schemeClr val="bg2">
                    <a:lumMod val="25000"/>
                  </a:schemeClr>
                </a:solidFill>
                <a:latin typeface="Lucida Handwriting" pitchFamily="66" charset="0"/>
              </a:rPr>
              <a:t>FUNCIONES DE AGREGADOS</a:t>
            </a:r>
            <a:endParaRPr lang="es-PE" dirty="0">
              <a:solidFill>
                <a:schemeClr val="bg2">
                  <a:lumMod val="25000"/>
                </a:schemeClr>
              </a:solidFill>
              <a:latin typeface="Lucida Handwriting" pitchFamily="66" charset="0"/>
            </a:endParaRPr>
          </a:p>
        </p:txBody>
      </p:sp>
      <p:sp>
        <p:nvSpPr>
          <p:cNvPr id="3" name="2 Marcador de contenido"/>
          <p:cNvSpPr>
            <a:spLocks noGrp="1"/>
          </p:cNvSpPr>
          <p:nvPr>
            <p:ph sz="half" idx="1"/>
          </p:nvPr>
        </p:nvSpPr>
        <p:spPr/>
        <p:txBody>
          <a:bodyPr/>
          <a:lstStyle/>
          <a:p>
            <a:pPr algn="just"/>
            <a:r>
              <a:rPr lang="es-ES_tradnl" dirty="0">
                <a:solidFill>
                  <a:schemeClr val="accent6">
                    <a:lumMod val="50000"/>
                  </a:schemeClr>
                </a:solidFill>
                <a:latin typeface="Lucida Handwriting" pitchFamily="66" charset="0"/>
              </a:rPr>
              <a:t>Se usan dentro de una cláusula SELECT en grupos de registros para devolver un único valor que se aplica a un grupo de registros.</a:t>
            </a:r>
            <a:endParaRPr lang="es-PE" dirty="0">
              <a:solidFill>
                <a:schemeClr val="accent6">
                  <a:lumMod val="50000"/>
                </a:schemeClr>
              </a:solidFill>
              <a:latin typeface="Lucida Handwriting" pitchFamily="66" charset="0"/>
            </a:endParaRPr>
          </a:p>
        </p:txBody>
      </p:sp>
      <p:pic>
        <p:nvPicPr>
          <p:cNvPr id="8194" name="Picture 2"/>
          <p:cNvPicPr>
            <a:picLocks noGrp="1" noChangeAspect="1" noChangeArrowheads="1"/>
          </p:cNvPicPr>
          <p:nvPr>
            <p:ph sz="half" idx="2"/>
          </p:nvPr>
        </p:nvPicPr>
        <p:blipFill>
          <a:blip r:embed="rId2" cstate="print"/>
          <a:srcRect/>
          <a:stretch>
            <a:fillRect/>
          </a:stretch>
        </p:blipFill>
        <p:spPr bwMode="auto">
          <a:xfrm>
            <a:off x="4788024" y="1416563"/>
            <a:ext cx="4286280" cy="4357718"/>
          </a:xfrm>
          <a:prstGeom prst="roundRect">
            <a:avLst>
              <a:gd name="adj" fmla="val 11111"/>
            </a:avLst>
          </a:prstGeom>
          <a:ln w="190500" cap="rnd">
            <a:solidFill>
              <a:schemeClr val="accent4">
                <a:lumMod val="20000"/>
                <a:lumOff val="80000"/>
              </a:schemeClr>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spTree>
  </p:cSld>
  <p:clrMapOvr>
    <a:masterClrMapping/>
  </p:clrMapOvr>
  <p:transition advClick="0" advTm="35000">
    <p:pull dir="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0"/>
            <a:ext cx="8686800" cy="857232"/>
          </a:xfrm>
        </p:spPr>
        <p:txBody>
          <a:bodyPr>
            <a:normAutofit/>
          </a:bodyPr>
          <a:lstStyle/>
          <a:p>
            <a:pPr algn="ctr"/>
            <a:r>
              <a:rPr lang="es-ES_tradnl" dirty="0">
                <a:solidFill>
                  <a:schemeClr val="bg2">
                    <a:lumMod val="25000"/>
                  </a:schemeClr>
                </a:solidFill>
                <a:latin typeface="Lucida Handwriting" pitchFamily="66" charset="0"/>
              </a:rPr>
              <a:t>FUNCIONES DE AGREGADOS </a:t>
            </a:r>
            <a:endParaRPr lang="es-PE" dirty="0">
              <a:solidFill>
                <a:schemeClr val="bg2">
                  <a:lumMod val="25000"/>
                </a:schemeClr>
              </a:solidFill>
              <a:latin typeface="Lucida Handwriting" pitchFamily="66" charset="0"/>
            </a:endParaRPr>
          </a:p>
        </p:txBody>
      </p:sp>
      <p:graphicFrame>
        <p:nvGraphicFramePr>
          <p:cNvPr id="4" name="3 Marcador de contenido"/>
          <p:cNvGraphicFramePr>
            <a:graphicFrameLocks noGrp="1"/>
          </p:cNvGraphicFramePr>
          <p:nvPr>
            <p:ph idx="1"/>
            <p:extLst>
              <p:ext uri="{D42A27DB-BD31-4B8C-83A1-F6EECF244321}">
                <p14:modId xmlns:p14="http://schemas.microsoft.com/office/powerpoint/2010/main" val="3831740340"/>
              </p:ext>
            </p:extLst>
          </p:nvPr>
        </p:nvGraphicFramePr>
        <p:xfrm>
          <a:off x="285720" y="857232"/>
          <a:ext cx="8748062" cy="5643576"/>
        </p:xfrm>
        <a:graphic>
          <a:graphicData uri="http://schemas.openxmlformats.org/drawingml/2006/table">
            <a:tbl>
              <a:tblPr firstRow="1" bandRow="1">
                <a:tableStyleId>{1E171933-4619-4E11-9A3F-F7608DF75F80}</a:tableStyleId>
              </a:tblPr>
              <a:tblGrid>
                <a:gridCol w="2079943">
                  <a:extLst>
                    <a:ext uri="{9D8B030D-6E8A-4147-A177-3AD203B41FA5}">
                      <a16:colId xmlns:a16="http://schemas.microsoft.com/office/drawing/2014/main" val="20000"/>
                    </a:ext>
                  </a:extLst>
                </a:gridCol>
                <a:gridCol w="6668119">
                  <a:extLst>
                    <a:ext uri="{9D8B030D-6E8A-4147-A177-3AD203B41FA5}">
                      <a16:colId xmlns:a16="http://schemas.microsoft.com/office/drawing/2014/main" val="20001"/>
                    </a:ext>
                  </a:extLst>
                </a:gridCol>
              </a:tblGrid>
              <a:tr h="591846">
                <a:tc>
                  <a:txBody>
                    <a:bodyPr/>
                    <a:lstStyle/>
                    <a:p>
                      <a:r>
                        <a:rPr lang="es-ES_tradnl" sz="2400" b="0"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chemeClr val="tx1"/>
                          </a:solidFill>
                          <a:effectLst/>
                          <a:latin typeface="+mn-lt"/>
                        </a:rPr>
                        <a:t>COMANDOS</a:t>
                      </a:r>
                      <a:endParaRPr lang="es-PE" sz="2400" b="0"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chemeClr val="tx1"/>
                        </a:solidFill>
                        <a:effectLst/>
                        <a:latin typeface="+mn-lt"/>
                      </a:endParaRPr>
                    </a:p>
                  </a:txBody>
                  <a:tcPr/>
                </a:tc>
                <a:tc>
                  <a:txBody>
                    <a:bodyPr/>
                    <a:lstStyle/>
                    <a:p>
                      <a:r>
                        <a:rPr lang="es-ES_tradnl" sz="2400" b="0"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chemeClr val="tx1"/>
                          </a:solidFill>
                          <a:effectLst/>
                          <a:latin typeface="+mn-lt"/>
                        </a:rPr>
                        <a:t>USOS</a:t>
                      </a:r>
                      <a:endParaRPr lang="es-PE" sz="2400" b="0"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chemeClr val="tx1"/>
                        </a:solidFill>
                        <a:effectLst/>
                        <a:latin typeface="+mn-lt"/>
                      </a:endParaRPr>
                    </a:p>
                  </a:txBody>
                  <a:tcPr/>
                </a:tc>
                <a:extLst>
                  <a:ext uri="{0D108BD9-81ED-4DB2-BD59-A6C34878D82A}">
                    <a16:rowId xmlns:a16="http://schemas.microsoft.com/office/drawing/2014/main" val="10000"/>
                  </a:ext>
                </a:extLst>
              </a:tr>
              <a:tr h="1010346">
                <a:tc>
                  <a:txBody>
                    <a:bodyPr/>
                    <a:lstStyle/>
                    <a:p>
                      <a:r>
                        <a:rPr lang="es-ES_tradnl" sz="2400" b="0"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chemeClr val="tx1"/>
                          </a:solidFill>
                          <a:effectLst/>
                          <a:latin typeface="+mn-lt"/>
                        </a:rPr>
                        <a:t>AVG</a:t>
                      </a:r>
                      <a:endParaRPr lang="es-PE" sz="2400" b="0"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chemeClr val="tx1"/>
                        </a:solidFill>
                        <a:effectLst/>
                        <a:latin typeface="+mn-lt"/>
                      </a:endParaRPr>
                    </a:p>
                  </a:txBody>
                  <a:tcPr/>
                </a:tc>
                <a:tc>
                  <a:txBody>
                    <a:bodyPr/>
                    <a:lstStyle/>
                    <a:p>
                      <a:r>
                        <a:rPr lang="es-ES_tradnl" sz="2400" b="0"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chemeClr val="tx1"/>
                          </a:solidFill>
                          <a:effectLst/>
                          <a:latin typeface="+mn-lt"/>
                        </a:rPr>
                        <a:t>UTILIZADO PARA CALCULAR EL PROMEDIO DE LOS VALORES DE UN CAMPO DETERMINADO. </a:t>
                      </a:r>
                      <a:endParaRPr lang="es-PE" sz="2400" b="0"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chemeClr val="tx1"/>
                        </a:solidFill>
                        <a:effectLst/>
                        <a:latin typeface="+mn-lt"/>
                      </a:endParaRPr>
                    </a:p>
                  </a:txBody>
                  <a:tcPr/>
                </a:tc>
                <a:extLst>
                  <a:ext uri="{0D108BD9-81ED-4DB2-BD59-A6C34878D82A}">
                    <a16:rowId xmlns:a16="http://schemas.microsoft.com/office/drawing/2014/main" val="10001"/>
                  </a:ext>
                </a:extLst>
              </a:tr>
              <a:tr h="1010346">
                <a:tc>
                  <a:txBody>
                    <a:bodyPr/>
                    <a:lstStyle/>
                    <a:p>
                      <a:r>
                        <a:rPr lang="es-ES_tradnl" sz="2400" b="0"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chemeClr val="tx1"/>
                          </a:solidFill>
                          <a:effectLst/>
                          <a:latin typeface="+mn-lt"/>
                        </a:rPr>
                        <a:t>COUNT</a:t>
                      </a:r>
                      <a:endParaRPr lang="es-PE" sz="2400" b="0"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chemeClr val="tx1"/>
                        </a:solidFill>
                        <a:effectLst/>
                        <a:latin typeface="+mn-lt"/>
                      </a:endParaRPr>
                    </a:p>
                  </a:txBody>
                  <a:tcPr/>
                </a:tc>
                <a:tc>
                  <a:txBody>
                    <a:bodyPr/>
                    <a:lstStyle/>
                    <a:p>
                      <a:r>
                        <a:rPr lang="es-ES_tradnl" sz="2400" b="0"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chemeClr val="tx1"/>
                          </a:solidFill>
                          <a:effectLst/>
                          <a:latin typeface="+mn-lt"/>
                        </a:rPr>
                        <a:t>UTILIZADO PARA DEVOLVER EL NUMERO DE REGISTROS DE SELECCIÓN.</a:t>
                      </a:r>
                      <a:endParaRPr lang="es-PE" sz="2400" b="0"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chemeClr val="tx1"/>
                        </a:solidFill>
                        <a:effectLst/>
                        <a:latin typeface="+mn-lt"/>
                      </a:endParaRPr>
                    </a:p>
                  </a:txBody>
                  <a:tcPr/>
                </a:tc>
                <a:extLst>
                  <a:ext uri="{0D108BD9-81ED-4DB2-BD59-A6C34878D82A}">
                    <a16:rowId xmlns:a16="http://schemas.microsoft.com/office/drawing/2014/main" val="10002"/>
                  </a:ext>
                </a:extLst>
              </a:tr>
              <a:tr h="1010346">
                <a:tc>
                  <a:txBody>
                    <a:bodyPr/>
                    <a:lstStyle/>
                    <a:p>
                      <a:r>
                        <a:rPr lang="es-ES_tradnl" sz="2400" b="0"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chemeClr val="tx1"/>
                          </a:solidFill>
                          <a:effectLst/>
                          <a:latin typeface="+mn-lt"/>
                        </a:rPr>
                        <a:t>SUM</a:t>
                      </a:r>
                      <a:endParaRPr lang="es-PE" sz="2400" b="0"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chemeClr val="tx1"/>
                        </a:solidFill>
                        <a:effectLst/>
                        <a:latin typeface="+mn-lt"/>
                      </a:endParaRPr>
                    </a:p>
                  </a:txBody>
                  <a:tcPr/>
                </a:tc>
                <a:tc>
                  <a:txBody>
                    <a:bodyPr/>
                    <a:lstStyle/>
                    <a:p>
                      <a:r>
                        <a:rPr lang="es-ES_tradnl" sz="2400" b="0"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chemeClr val="tx1"/>
                          </a:solidFill>
                          <a:effectLst/>
                          <a:latin typeface="+mn-lt"/>
                        </a:rPr>
                        <a:t>UTILIZADO PARA DEVOLVER</a:t>
                      </a:r>
                      <a:r>
                        <a:rPr lang="es-ES_tradnl" sz="2400" b="0" cap="none" spc="0" baseline="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chemeClr val="tx1"/>
                          </a:solidFill>
                          <a:effectLst/>
                          <a:latin typeface="+mn-lt"/>
                        </a:rPr>
                        <a:t> LA SUMA DE TODOS LOS VALORES DE UN CAMPO.</a:t>
                      </a:r>
                      <a:endParaRPr lang="es-PE" sz="2400" b="0"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chemeClr val="tx1"/>
                        </a:solidFill>
                        <a:effectLst/>
                        <a:latin typeface="+mn-lt"/>
                      </a:endParaRPr>
                    </a:p>
                  </a:txBody>
                  <a:tcPr/>
                </a:tc>
                <a:extLst>
                  <a:ext uri="{0D108BD9-81ED-4DB2-BD59-A6C34878D82A}">
                    <a16:rowId xmlns:a16="http://schemas.microsoft.com/office/drawing/2014/main" val="10003"/>
                  </a:ext>
                </a:extLst>
              </a:tr>
              <a:tr h="1010346">
                <a:tc>
                  <a:txBody>
                    <a:bodyPr/>
                    <a:lstStyle/>
                    <a:p>
                      <a:r>
                        <a:rPr lang="es-ES_tradnl" sz="2400" b="0"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chemeClr val="tx1"/>
                          </a:solidFill>
                          <a:effectLst/>
                          <a:latin typeface="+mn-lt"/>
                        </a:rPr>
                        <a:t>MAX</a:t>
                      </a:r>
                      <a:endParaRPr lang="es-PE" sz="2400" b="0"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chemeClr val="tx1"/>
                        </a:solidFill>
                        <a:effectLst/>
                        <a:latin typeface="+mn-lt"/>
                      </a:endParaRPr>
                    </a:p>
                  </a:txBody>
                  <a:tcPr/>
                </a:tc>
                <a:tc>
                  <a:txBody>
                    <a:bodyPr/>
                    <a:lstStyle/>
                    <a:p>
                      <a:r>
                        <a:rPr lang="es-ES_tradnl" sz="2400" b="0"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chemeClr val="tx1"/>
                          </a:solidFill>
                          <a:effectLst/>
                          <a:latin typeface="+mn-lt"/>
                        </a:rPr>
                        <a:t>UTILIZADO PARA DEVOLVER EL VALOR MÁS ALTO DE UN CAMPO.</a:t>
                      </a:r>
                      <a:endParaRPr lang="es-PE" sz="2400" b="0"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chemeClr val="tx1"/>
                        </a:solidFill>
                        <a:effectLst/>
                        <a:latin typeface="+mn-lt"/>
                      </a:endParaRPr>
                    </a:p>
                  </a:txBody>
                  <a:tcPr/>
                </a:tc>
                <a:extLst>
                  <a:ext uri="{0D108BD9-81ED-4DB2-BD59-A6C34878D82A}">
                    <a16:rowId xmlns:a16="http://schemas.microsoft.com/office/drawing/2014/main" val="10004"/>
                  </a:ext>
                </a:extLst>
              </a:tr>
              <a:tr h="1010346">
                <a:tc>
                  <a:txBody>
                    <a:bodyPr/>
                    <a:lstStyle/>
                    <a:p>
                      <a:r>
                        <a:rPr lang="es-ES_tradnl" sz="2400" b="0"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chemeClr val="tx1"/>
                          </a:solidFill>
                          <a:effectLst/>
                          <a:latin typeface="+mn-lt"/>
                        </a:rPr>
                        <a:t>MIN</a:t>
                      </a:r>
                      <a:endParaRPr lang="es-PE" sz="2400" b="0"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chemeClr val="tx1"/>
                        </a:solidFill>
                        <a:effectLst/>
                        <a:latin typeface="+mn-lt"/>
                      </a:endParaRPr>
                    </a:p>
                  </a:txBody>
                  <a:tcPr/>
                </a:tc>
                <a:tc>
                  <a:txBody>
                    <a:bodyPr/>
                    <a:lstStyle/>
                    <a:p>
                      <a:r>
                        <a:rPr lang="es-ES_tradnl" sz="2400" b="0"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chemeClr val="tx1"/>
                          </a:solidFill>
                          <a:effectLst/>
                          <a:latin typeface="+mn-lt"/>
                        </a:rPr>
                        <a:t>UTILIZADO PARA DEVOLVER EL VALOR MÁS</a:t>
                      </a:r>
                      <a:r>
                        <a:rPr lang="es-ES_tradnl" sz="2400" b="0" cap="none" spc="0" baseline="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chemeClr val="tx1"/>
                          </a:solidFill>
                          <a:effectLst/>
                          <a:latin typeface="+mn-lt"/>
                        </a:rPr>
                        <a:t> BAJO DE UN CAMPO.</a:t>
                      </a:r>
                      <a:endParaRPr lang="es-PE" sz="2400" b="0"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chemeClr val="tx1"/>
                        </a:solidFill>
                        <a:effectLst/>
                        <a:latin typeface="+mn-lt"/>
                      </a:endParaRPr>
                    </a:p>
                  </a:txBody>
                  <a:tcPr/>
                </a:tc>
                <a:extLst>
                  <a:ext uri="{0D108BD9-81ED-4DB2-BD59-A6C34878D82A}">
                    <a16:rowId xmlns:a16="http://schemas.microsoft.com/office/drawing/2014/main" val="10005"/>
                  </a:ext>
                </a:extLst>
              </a:tr>
            </a:tbl>
          </a:graphicData>
        </a:graphic>
      </p:graphicFrame>
    </p:spTree>
  </p:cSld>
  <p:clrMapOvr>
    <a:masterClrMapping/>
  </p:clrMapOvr>
  <p:transition advClick="0" advTm="35000">
    <p:pull dir="l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457200" y="274638"/>
            <a:ext cx="8186766" cy="1143000"/>
          </a:xfrm>
        </p:spPr>
        <p:txBody>
          <a:bodyPr>
            <a:normAutofit/>
          </a:bodyPr>
          <a:lstStyle/>
          <a:p>
            <a:pPr algn="ctr"/>
            <a:r>
              <a:rPr lang="es-ES_tradnl" dirty="0">
                <a:solidFill>
                  <a:schemeClr val="bg2">
                    <a:lumMod val="25000"/>
                  </a:schemeClr>
                </a:solidFill>
                <a:latin typeface="Lucida Handwriting" pitchFamily="66" charset="0"/>
              </a:rPr>
              <a:t>Orden de Ejecución de los Comandos</a:t>
            </a:r>
            <a:endParaRPr lang="es-PE" dirty="0">
              <a:solidFill>
                <a:schemeClr val="bg2">
                  <a:lumMod val="25000"/>
                </a:schemeClr>
              </a:solidFill>
              <a:latin typeface="Lucida Handwriting" pitchFamily="66" charset="0"/>
            </a:endParaRPr>
          </a:p>
        </p:txBody>
      </p:sp>
      <p:sp>
        <p:nvSpPr>
          <p:cNvPr id="3" name="2 Marcador de contenido"/>
          <p:cNvSpPr>
            <a:spLocks noGrp="1"/>
          </p:cNvSpPr>
          <p:nvPr>
            <p:ph idx="1"/>
          </p:nvPr>
        </p:nvSpPr>
        <p:spPr>
          <a:xfrm>
            <a:off x="385762" y="1689119"/>
            <a:ext cx="8401080" cy="4525963"/>
          </a:xfrm>
        </p:spPr>
        <p:txBody>
          <a:bodyPr>
            <a:normAutofit/>
          </a:bodyPr>
          <a:lstStyle/>
          <a:p>
            <a:pPr algn="just"/>
            <a:r>
              <a:rPr lang="es-ES" dirty="0"/>
              <a:t>Dada una sentencia SQL de selección que incluye todas las posibles clausulas, el orden de ejecución de las mismas es el Siguiente:</a:t>
            </a:r>
          </a:p>
          <a:p>
            <a:pPr marL="852678" lvl="1" indent="-514350" algn="just">
              <a:buFont typeface="+mj-lt"/>
              <a:buAutoNum type="arabicPeriod"/>
            </a:pPr>
            <a:r>
              <a:rPr lang="es-ES" dirty="0"/>
              <a:t>Clausula FROM</a:t>
            </a:r>
          </a:p>
          <a:p>
            <a:pPr marL="852678" lvl="1" indent="-514350" algn="just">
              <a:buFont typeface="+mj-lt"/>
              <a:buAutoNum type="arabicPeriod"/>
            </a:pPr>
            <a:r>
              <a:rPr lang="es-ES" dirty="0"/>
              <a:t>Clausula WHERE</a:t>
            </a:r>
          </a:p>
          <a:p>
            <a:pPr marL="852678" lvl="1" indent="-514350" algn="just">
              <a:buFont typeface="+mj-lt"/>
              <a:buAutoNum type="arabicPeriod"/>
            </a:pPr>
            <a:r>
              <a:rPr lang="es-ES" dirty="0"/>
              <a:t>Cláusula GROUP BY</a:t>
            </a:r>
          </a:p>
          <a:p>
            <a:pPr marL="852678" lvl="1" indent="-514350" algn="just">
              <a:buFont typeface="+mj-lt"/>
              <a:buAutoNum type="arabicPeriod"/>
            </a:pPr>
            <a:r>
              <a:rPr lang="es-ES" dirty="0"/>
              <a:t>Cláusula HAVING</a:t>
            </a:r>
          </a:p>
          <a:p>
            <a:pPr marL="852678" lvl="1" indent="-514350" algn="just">
              <a:buFont typeface="+mj-lt"/>
              <a:buAutoNum type="arabicPeriod"/>
            </a:pPr>
            <a:r>
              <a:rPr lang="es-ES" dirty="0"/>
              <a:t>Cláusula SELECT</a:t>
            </a:r>
          </a:p>
          <a:p>
            <a:pPr marL="852678" lvl="1" indent="-514350" algn="just">
              <a:buFont typeface="+mj-lt"/>
              <a:buAutoNum type="arabicPeriod"/>
            </a:pPr>
            <a:r>
              <a:rPr lang="es-ES" dirty="0"/>
              <a:t>Cláusula ORDEN BY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1 Título"/>
          <p:cNvSpPr>
            <a:spLocks noGrp="1"/>
          </p:cNvSpPr>
          <p:nvPr>
            <p:ph type="title"/>
          </p:nvPr>
        </p:nvSpPr>
        <p:spPr/>
        <p:txBody>
          <a:bodyPr/>
          <a:lstStyle/>
          <a:p>
            <a:pPr eaLnBrk="1" hangingPunct="1"/>
            <a:r>
              <a:rPr lang="es-ES" sz="5400"/>
              <a:t>Consulta básica</a:t>
            </a:r>
          </a:p>
        </p:txBody>
      </p:sp>
      <p:sp>
        <p:nvSpPr>
          <p:cNvPr id="8196" name="2 Marcador de contenido"/>
          <p:cNvSpPr>
            <a:spLocks noGrp="1"/>
          </p:cNvSpPr>
          <p:nvPr>
            <p:ph idx="1"/>
          </p:nvPr>
        </p:nvSpPr>
        <p:spPr/>
        <p:txBody>
          <a:bodyPr>
            <a:normAutofit/>
          </a:bodyPr>
          <a:lstStyle/>
          <a:p>
            <a:pPr lvl="1" eaLnBrk="1" hangingPunct="1">
              <a:buFont typeface="Arial" charset="0"/>
              <a:buNone/>
              <a:defRPr/>
            </a:pPr>
            <a:r>
              <a:rPr lang="es-ES" sz="4400" dirty="0"/>
              <a:t>SELECT </a:t>
            </a:r>
            <a:r>
              <a:rPr lang="es-ES" sz="4400" dirty="0">
                <a:solidFill>
                  <a:srgbClr val="FF0000"/>
                </a:solidFill>
              </a:rPr>
              <a:t>A</a:t>
            </a:r>
          </a:p>
          <a:p>
            <a:pPr lvl="1" eaLnBrk="1" hangingPunct="1">
              <a:buFont typeface="Arial" charset="0"/>
              <a:buNone/>
              <a:defRPr/>
            </a:pPr>
            <a:r>
              <a:rPr lang="es-ES" sz="4400" dirty="0"/>
              <a:t>FROM </a:t>
            </a:r>
            <a:r>
              <a:rPr lang="es-ES" sz="4400" dirty="0">
                <a:solidFill>
                  <a:srgbClr val="FF0000"/>
                </a:solidFill>
              </a:rPr>
              <a:t>B</a:t>
            </a:r>
          </a:p>
          <a:p>
            <a:pPr lvl="1" algn="just" eaLnBrk="1" hangingPunct="1">
              <a:buFont typeface="Arial" charset="0"/>
              <a:buNone/>
              <a:defRPr/>
            </a:pPr>
            <a:endParaRPr lang="es-ES" sz="4400" dirty="0">
              <a:solidFill>
                <a:schemeClr val="tx1">
                  <a:lumMod val="95000"/>
                  <a:lumOff val="5000"/>
                </a:schemeClr>
              </a:solidFill>
            </a:endParaRPr>
          </a:p>
          <a:p>
            <a:pPr lvl="1" algn="just" eaLnBrk="1" hangingPunct="1">
              <a:buFont typeface="Arial" charset="0"/>
              <a:buNone/>
              <a:defRPr/>
            </a:pPr>
            <a:r>
              <a:rPr lang="es-ES" sz="4400" dirty="0">
                <a:solidFill>
                  <a:schemeClr val="tx1">
                    <a:lumMod val="95000"/>
                    <a:lumOff val="5000"/>
                  </a:schemeClr>
                </a:solidFill>
              </a:rPr>
              <a:t>Donde A son los datos que requiero (columnas)  y B es de donde obtengo esos datos.</a:t>
            </a:r>
          </a:p>
          <a:p>
            <a:pPr lvl="1" eaLnBrk="1" hangingPunct="1">
              <a:buFont typeface="Arial" charset="0"/>
              <a:buNone/>
              <a:defRPr/>
            </a:pPr>
            <a:endParaRPr lang="es-ES" sz="4400" dirty="0">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1 Título"/>
          <p:cNvSpPr>
            <a:spLocks noGrp="1"/>
          </p:cNvSpPr>
          <p:nvPr>
            <p:ph type="title"/>
          </p:nvPr>
        </p:nvSpPr>
        <p:spPr/>
        <p:txBody>
          <a:bodyPr/>
          <a:lstStyle/>
          <a:p>
            <a:pPr eaLnBrk="1" hangingPunct="1"/>
            <a:r>
              <a:rPr lang="es-ES" sz="5400"/>
              <a:t>Ejemplo</a:t>
            </a:r>
          </a:p>
        </p:txBody>
      </p:sp>
      <p:sp>
        <p:nvSpPr>
          <p:cNvPr id="6" name="2 Marcador de contenido"/>
          <p:cNvSpPr txBox="1">
            <a:spLocks/>
          </p:cNvSpPr>
          <p:nvPr/>
        </p:nvSpPr>
        <p:spPr bwMode="auto">
          <a:xfrm>
            <a:off x="457200" y="1500188"/>
            <a:ext cx="8229600" cy="4324350"/>
          </a:xfrm>
          <a:prstGeom prst="rect">
            <a:avLst/>
          </a:prstGeom>
          <a:noFill/>
          <a:ln w="9525">
            <a:noFill/>
            <a:miter lim="800000"/>
            <a:headEnd/>
            <a:tailEnd/>
          </a:ln>
        </p:spPr>
        <p:txBody>
          <a:bodyPr/>
          <a:lstStyle/>
          <a:p>
            <a:pPr marL="342900" indent="-342900">
              <a:spcBef>
                <a:spcPct val="20000"/>
              </a:spcBef>
              <a:buFont typeface="Georgia" pitchFamily="18" charset="0"/>
              <a:buNone/>
              <a:defRPr/>
            </a:pPr>
            <a:r>
              <a:rPr lang="es-ES" sz="4000" dirty="0">
                <a:latin typeface="+mn-lt"/>
                <a:cs typeface="+mn-cs"/>
              </a:rPr>
              <a:t>SELECT  nombre, apellidos, edad</a:t>
            </a:r>
          </a:p>
          <a:p>
            <a:pPr marL="342900" indent="-342900">
              <a:spcBef>
                <a:spcPct val="20000"/>
              </a:spcBef>
              <a:buFont typeface="Georgia" pitchFamily="18" charset="0"/>
              <a:buNone/>
              <a:defRPr/>
            </a:pPr>
            <a:r>
              <a:rPr lang="es-ES" sz="4000" dirty="0">
                <a:latin typeface="+mn-lt"/>
                <a:cs typeface="+mn-cs"/>
              </a:rPr>
              <a:t>FROM  estudiantes</a:t>
            </a:r>
          </a:p>
          <a:p>
            <a:pPr marL="342900" indent="-342900">
              <a:spcBef>
                <a:spcPct val="20000"/>
              </a:spcBef>
              <a:buFont typeface="Georgia" pitchFamily="18" charset="0"/>
              <a:buNone/>
              <a:defRPr/>
            </a:pPr>
            <a:endParaRPr lang="es-ES" sz="3200" dirty="0">
              <a:latin typeface="+mn-lt"/>
              <a:cs typeface="+mn-cs"/>
            </a:endParaRPr>
          </a:p>
          <a:p>
            <a:pPr marL="342900" indent="-342900">
              <a:spcBef>
                <a:spcPct val="20000"/>
              </a:spcBef>
              <a:buFont typeface="Georgia" pitchFamily="18" charset="0"/>
              <a:buNone/>
              <a:defRPr/>
            </a:pPr>
            <a:endParaRPr lang="es-ES" sz="3200" dirty="0">
              <a:latin typeface="+mn-lt"/>
              <a:cs typeface="+mn-cs"/>
            </a:endParaRPr>
          </a:p>
        </p:txBody>
      </p:sp>
      <p:pic>
        <p:nvPicPr>
          <p:cNvPr id="10245" name="Picture 3"/>
          <p:cNvPicPr>
            <a:picLocks noChangeAspect="1" noChangeArrowheads="1"/>
          </p:cNvPicPr>
          <p:nvPr/>
        </p:nvPicPr>
        <p:blipFill>
          <a:blip r:embed="rId2" cstate="print"/>
          <a:srcRect/>
          <a:stretch>
            <a:fillRect/>
          </a:stretch>
        </p:blipFill>
        <p:spPr bwMode="auto">
          <a:xfrm>
            <a:off x="6643688" y="2571750"/>
            <a:ext cx="2500312" cy="2714625"/>
          </a:xfrm>
          <a:prstGeom prst="rect">
            <a:avLst/>
          </a:prstGeom>
          <a:noFill/>
          <a:ln w="9525">
            <a:noFill/>
            <a:miter lim="800000"/>
            <a:headEnd/>
            <a:tailEnd/>
          </a:ln>
        </p:spPr>
      </p:pic>
      <p:grpSp>
        <p:nvGrpSpPr>
          <p:cNvPr id="2" name="17 Grupo"/>
          <p:cNvGrpSpPr>
            <a:grpSpLocks/>
          </p:cNvGrpSpPr>
          <p:nvPr/>
        </p:nvGrpSpPr>
        <p:grpSpPr bwMode="auto">
          <a:xfrm>
            <a:off x="4500563" y="2571750"/>
            <a:ext cx="4071937" cy="642938"/>
            <a:chOff x="4500562" y="2571744"/>
            <a:chExt cx="4071954" cy="642939"/>
          </a:xfrm>
        </p:grpSpPr>
        <p:cxnSp>
          <p:nvCxnSpPr>
            <p:cNvPr id="9" name="8 Conector recto de flecha"/>
            <p:cNvCxnSpPr/>
            <p:nvPr/>
          </p:nvCxnSpPr>
          <p:spPr>
            <a:xfrm>
              <a:off x="4500562" y="2571744"/>
              <a:ext cx="2428885" cy="428626"/>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0" name="9 Rectángulo redondeado"/>
            <p:cNvSpPr/>
            <p:nvPr/>
          </p:nvSpPr>
          <p:spPr>
            <a:xfrm>
              <a:off x="6929447" y="2786057"/>
              <a:ext cx="1643069" cy="428626"/>
            </a:xfrm>
            <a:prstGeom prst="roundRect">
              <a:avLst/>
            </a:prstGeom>
            <a:solidFill>
              <a:srgbClr val="FFC000">
                <a:alpha val="35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a:p>
          </p:txBody>
        </p:sp>
      </p:grpSp>
      <p:grpSp>
        <p:nvGrpSpPr>
          <p:cNvPr id="3" name="18 Grupo"/>
          <p:cNvGrpSpPr>
            <a:grpSpLocks/>
          </p:cNvGrpSpPr>
          <p:nvPr/>
        </p:nvGrpSpPr>
        <p:grpSpPr bwMode="auto">
          <a:xfrm>
            <a:off x="5929313" y="2071688"/>
            <a:ext cx="2714625" cy="2286000"/>
            <a:chOff x="5929332" y="2071689"/>
            <a:chExt cx="2714634" cy="2286000"/>
          </a:xfrm>
        </p:grpSpPr>
        <p:sp>
          <p:nvSpPr>
            <p:cNvPr id="11" name="10 Rectángulo redondeado"/>
            <p:cNvSpPr/>
            <p:nvPr/>
          </p:nvSpPr>
          <p:spPr>
            <a:xfrm>
              <a:off x="7286648" y="3571876"/>
              <a:ext cx="1357318" cy="785813"/>
            </a:xfrm>
            <a:prstGeom prst="roundRect">
              <a:avLst/>
            </a:prstGeom>
            <a:solidFill>
              <a:srgbClr val="92D050">
                <a:alpha val="53000"/>
              </a:srgbClr>
            </a:solidFill>
            <a:ln>
              <a:solidFill>
                <a:schemeClr val="accent1">
                  <a:shade val="50000"/>
                  <a:alpha val="32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a:p>
          </p:txBody>
        </p:sp>
        <p:cxnSp>
          <p:nvCxnSpPr>
            <p:cNvPr id="12" name="11 Conector recto de flecha"/>
            <p:cNvCxnSpPr>
              <a:endCxn id="11" idx="1"/>
            </p:cNvCxnSpPr>
            <p:nvPr/>
          </p:nvCxnSpPr>
          <p:spPr>
            <a:xfrm rot="16200000" flipH="1">
              <a:off x="5661046" y="2339975"/>
              <a:ext cx="1893887" cy="1357316"/>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grpSp>
      <p:pic>
        <p:nvPicPr>
          <p:cNvPr id="10248" name="Picture 5"/>
          <p:cNvPicPr>
            <a:picLocks noChangeAspect="1" noChangeArrowheads="1"/>
          </p:cNvPicPr>
          <p:nvPr/>
        </p:nvPicPr>
        <p:blipFill>
          <a:blip r:embed="rId3" cstate="print"/>
          <a:srcRect/>
          <a:stretch>
            <a:fillRect/>
          </a:stretch>
        </p:blipFill>
        <p:spPr bwMode="auto">
          <a:xfrm>
            <a:off x="0" y="4714875"/>
            <a:ext cx="6286500" cy="2143125"/>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1 Título"/>
          <p:cNvSpPr>
            <a:spLocks noGrp="1"/>
          </p:cNvSpPr>
          <p:nvPr>
            <p:ph type="title"/>
          </p:nvPr>
        </p:nvSpPr>
        <p:spPr/>
        <p:txBody>
          <a:bodyPr/>
          <a:lstStyle/>
          <a:p>
            <a:pPr eaLnBrk="1" hangingPunct="1"/>
            <a:r>
              <a:rPr lang="es-ES" sz="5400"/>
              <a:t>WHERE</a:t>
            </a:r>
          </a:p>
        </p:txBody>
      </p:sp>
      <p:sp>
        <p:nvSpPr>
          <p:cNvPr id="11268" name="2 Marcador de contenido"/>
          <p:cNvSpPr>
            <a:spLocks noGrp="1"/>
          </p:cNvSpPr>
          <p:nvPr>
            <p:ph idx="1"/>
          </p:nvPr>
        </p:nvSpPr>
        <p:spPr>
          <a:xfrm>
            <a:off x="214313" y="1428750"/>
            <a:ext cx="8229600" cy="4324350"/>
          </a:xfrm>
        </p:spPr>
        <p:txBody>
          <a:bodyPr>
            <a:normAutofit/>
          </a:bodyPr>
          <a:lstStyle/>
          <a:p>
            <a:pPr eaLnBrk="1" hangingPunct="1"/>
            <a:r>
              <a:rPr lang="es-ES" dirty="0"/>
              <a:t>A veces NO se necesitan obtener datos tan generales, y es cuando se aplican filtros, con la clausula WHERE.</a:t>
            </a:r>
          </a:p>
          <a:p>
            <a:pPr eaLnBrk="1" hangingPunct="1"/>
            <a:endParaRPr lang="es-ES" dirty="0"/>
          </a:p>
          <a:p>
            <a:pPr eaLnBrk="1" hangingPunct="1">
              <a:buFont typeface="Georgia" pitchFamily="18" charset="0"/>
              <a:buNone/>
            </a:pPr>
            <a:r>
              <a:rPr lang="es-ES" dirty="0"/>
              <a:t>			SELECT   A</a:t>
            </a:r>
          </a:p>
          <a:p>
            <a:pPr eaLnBrk="1" hangingPunct="1">
              <a:buFont typeface="Georgia" pitchFamily="18" charset="0"/>
              <a:buNone/>
            </a:pPr>
            <a:r>
              <a:rPr lang="es-ES" dirty="0"/>
              <a:t>			FROM   B </a:t>
            </a:r>
          </a:p>
          <a:p>
            <a:pPr eaLnBrk="1" hangingPunct="1">
              <a:buFont typeface="Georgia" pitchFamily="18" charset="0"/>
              <a:buNone/>
            </a:pPr>
            <a:r>
              <a:rPr lang="es-ES" dirty="0"/>
              <a:t>			WHERE   </a:t>
            </a:r>
            <a:r>
              <a:rPr lang="es-ES" dirty="0">
                <a:solidFill>
                  <a:srgbClr val="FF0000"/>
                </a:solidFill>
              </a:rPr>
              <a:t>C</a:t>
            </a:r>
          </a:p>
          <a:p>
            <a:pPr eaLnBrk="1" hangingPunct="1">
              <a:buFont typeface="Georgia" pitchFamily="18" charset="0"/>
              <a:buNone/>
            </a:pPr>
            <a:endParaRPr lang="es-ES" dirty="0">
              <a:solidFill>
                <a:srgbClr val="FF0000"/>
              </a:solidFill>
            </a:endParaRPr>
          </a:p>
          <a:p>
            <a:pPr eaLnBrk="1" hangingPunct="1">
              <a:buFont typeface="Georgia" pitchFamily="18" charset="0"/>
              <a:buNone/>
            </a:pPr>
            <a:r>
              <a:rPr lang="es-ES" dirty="0"/>
              <a:t>Donde C, es una o más condiciones.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a:spLocks noGrp="1"/>
          </p:cNvSpPr>
          <p:nvPr>
            <p:ph type="title"/>
          </p:nvPr>
        </p:nvSpPr>
        <p:spPr/>
        <p:txBody>
          <a:bodyPr/>
          <a:lstStyle/>
          <a:p>
            <a:pPr eaLnBrk="1" hangingPunct="1"/>
            <a:r>
              <a:rPr lang="es-ES" sz="5400"/>
              <a:t>Ejemplo</a:t>
            </a:r>
          </a:p>
        </p:txBody>
      </p:sp>
      <p:sp>
        <p:nvSpPr>
          <p:cNvPr id="12292" name="2 Marcador de contenido"/>
          <p:cNvSpPr>
            <a:spLocks noGrp="1"/>
          </p:cNvSpPr>
          <p:nvPr>
            <p:ph idx="1"/>
          </p:nvPr>
        </p:nvSpPr>
        <p:spPr>
          <a:xfrm>
            <a:off x="457200" y="1319213"/>
            <a:ext cx="8229600" cy="4324350"/>
          </a:xfrm>
        </p:spPr>
        <p:txBody>
          <a:bodyPr/>
          <a:lstStyle/>
          <a:p>
            <a:pPr eaLnBrk="1" hangingPunct="1">
              <a:buFont typeface="Georgia" pitchFamily="18" charset="0"/>
              <a:buNone/>
            </a:pPr>
            <a:r>
              <a:rPr lang="es-ES" sz="4000"/>
              <a:t>SELECT  nombres, apellidos, edad</a:t>
            </a:r>
          </a:p>
          <a:p>
            <a:pPr eaLnBrk="1" hangingPunct="1">
              <a:buFont typeface="Georgia" pitchFamily="18" charset="0"/>
              <a:buNone/>
            </a:pPr>
            <a:r>
              <a:rPr lang="es-ES" sz="4000"/>
              <a:t>FROM  estudiantes</a:t>
            </a:r>
          </a:p>
          <a:p>
            <a:pPr eaLnBrk="1" hangingPunct="1">
              <a:buFont typeface="Georgia" pitchFamily="18" charset="0"/>
              <a:buNone/>
            </a:pPr>
            <a:r>
              <a:rPr lang="es-ES" sz="4000"/>
              <a:t>WHERE  edad &gt; 21</a:t>
            </a:r>
          </a:p>
        </p:txBody>
      </p:sp>
      <p:pic>
        <p:nvPicPr>
          <p:cNvPr id="12293" name="Picture 2"/>
          <p:cNvPicPr>
            <a:picLocks noChangeAspect="1" noChangeArrowheads="1"/>
          </p:cNvPicPr>
          <p:nvPr/>
        </p:nvPicPr>
        <p:blipFill>
          <a:blip r:embed="rId2" cstate="print"/>
          <a:srcRect/>
          <a:stretch>
            <a:fillRect/>
          </a:stretch>
        </p:blipFill>
        <p:spPr bwMode="auto">
          <a:xfrm>
            <a:off x="1000125" y="4500563"/>
            <a:ext cx="7439025" cy="1714500"/>
          </a:xfrm>
          <a:prstGeom prst="rect">
            <a:avLst/>
          </a:prstGeom>
          <a:noFill/>
          <a:ln w="9525">
            <a:noFill/>
            <a:miter lim="800000"/>
            <a:headEnd/>
            <a:tailEnd/>
          </a:ln>
        </p:spPr>
      </p:pic>
      <p:cxnSp>
        <p:nvCxnSpPr>
          <p:cNvPr id="8" name="7 Conector recto de flecha"/>
          <p:cNvCxnSpPr>
            <a:endCxn id="9" idx="0"/>
          </p:cNvCxnSpPr>
          <p:nvPr/>
        </p:nvCxnSpPr>
        <p:spPr>
          <a:xfrm>
            <a:off x="4071938" y="3357563"/>
            <a:ext cx="3394075" cy="121443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9" name="8 Rectángulo redondeado"/>
          <p:cNvSpPr/>
          <p:nvPr/>
        </p:nvSpPr>
        <p:spPr>
          <a:xfrm>
            <a:off x="6572250" y="4572000"/>
            <a:ext cx="1785938" cy="1714500"/>
          </a:xfrm>
          <a:prstGeom prst="roundRect">
            <a:avLst/>
          </a:prstGeom>
          <a:solidFill>
            <a:schemeClr val="accent2">
              <a:lumMod val="60000"/>
              <a:lumOff val="40000"/>
              <a:alpha val="33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1 Título"/>
          <p:cNvSpPr>
            <a:spLocks noGrp="1"/>
          </p:cNvSpPr>
          <p:nvPr>
            <p:ph type="title"/>
          </p:nvPr>
        </p:nvSpPr>
        <p:spPr/>
        <p:txBody>
          <a:bodyPr/>
          <a:lstStyle/>
          <a:p>
            <a:pPr eaLnBrk="1" hangingPunct="1"/>
            <a:r>
              <a:rPr lang="es-ES" sz="5400"/>
              <a:t>Alias</a:t>
            </a:r>
          </a:p>
        </p:txBody>
      </p:sp>
      <p:sp>
        <p:nvSpPr>
          <p:cNvPr id="13316" name="2 Marcador de contenido"/>
          <p:cNvSpPr>
            <a:spLocks noGrp="1"/>
          </p:cNvSpPr>
          <p:nvPr>
            <p:ph idx="1"/>
          </p:nvPr>
        </p:nvSpPr>
        <p:spPr>
          <a:xfrm>
            <a:off x="285750" y="1357313"/>
            <a:ext cx="8229600" cy="4324350"/>
          </a:xfrm>
        </p:spPr>
        <p:txBody>
          <a:bodyPr/>
          <a:lstStyle/>
          <a:p>
            <a:pPr algn="just" eaLnBrk="1" hangingPunct="1"/>
            <a:r>
              <a:rPr lang="es-ES" sz="4000"/>
              <a:t>Los alias son un nombre de asignación que se le dan a los recursos, en este caso las tablas.</a:t>
            </a:r>
          </a:p>
          <a:p>
            <a:pPr algn="just" eaLnBrk="1" hangingPunct="1"/>
            <a:r>
              <a:rPr lang="es-ES" sz="4000"/>
              <a:t>Luego se pueden llamar a sus atributos desde ese alias, continuados con un punto (“.”) .</a:t>
            </a:r>
          </a:p>
          <a:p>
            <a:pPr eaLnBrk="1" hangingPunct="1"/>
            <a:endParaRPr lang="es-ES"/>
          </a:p>
          <a:p>
            <a:pPr eaLnBrk="1" hangingPunct="1"/>
            <a:endParaRPr lang="es-E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1 Título"/>
          <p:cNvSpPr>
            <a:spLocks noGrp="1"/>
          </p:cNvSpPr>
          <p:nvPr>
            <p:ph type="title"/>
          </p:nvPr>
        </p:nvSpPr>
        <p:spPr/>
        <p:txBody>
          <a:bodyPr/>
          <a:lstStyle/>
          <a:p>
            <a:pPr eaLnBrk="1" hangingPunct="1"/>
            <a:r>
              <a:rPr lang="es-ES" sz="5400"/>
              <a:t>Ejemplo</a:t>
            </a:r>
          </a:p>
        </p:txBody>
      </p:sp>
      <p:sp>
        <p:nvSpPr>
          <p:cNvPr id="14340" name="2 Marcador de contenido"/>
          <p:cNvSpPr>
            <a:spLocks noGrp="1"/>
          </p:cNvSpPr>
          <p:nvPr>
            <p:ph idx="1"/>
          </p:nvPr>
        </p:nvSpPr>
        <p:spPr>
          <a:xfrm>
            <a:off x="428625" y="1357313"/>
            <a:ext cx="8229600" cy="4324350"/>
          </a:xfrm>
        </p:spPr>
        <p:txBody>
          <a:bodyPr/>
          <a:lstStyle/>
          <a:p>
            <a:pPr eaLnBrk="1" hangingPunct="1">
              <a:buFont typeface="Arial" charset="0"/>
              <a:buNone/>
            </a:pPr>
            <a:r>
              <a:rPr lang="es-ES" sz="4000"/>
              <a:t>SELECT  c.nombres, f.nombres</a:t>
            </a:r>
          </a:p>
          <a:p>
            <a:pPr eaLnBrk="1" hangingPunct="1">
              <a:buFont typeface="Arial" charset="0"/>
              <a:buNone/>
            </a:pPr>
            <a:r>
              <a:rPr lang="es-ES" sz="4000"/>
              <a:t>FROM  </a:t>
            </a:r>
            <a:r>
              <a:rPr lang="es-ES" sz="4000">
                <a:solidFill>
                  <a:srgbClr val="FF0000"/>
                </a:solidFill>
              </a:rPr>
              <a:t>campus c</a:t>
            </a:r>
            <a:r>
              <a:rPr lang="es-ES" sz="4000"/>
              <a:t>, </a:t>
            </a:r>
            <a:r>
              <a:rPr lang="es-ES" sz="4000">
                <a:solidFill>
                  <a:srgbClr val="0070C0"/>
                </a:solidFill>
              </a:rPr>
              <a:t>funcionarios f </a:t>
            </a:r>
          </a:p>
          <a:p>
            <a:pPr eaLnBrk="1" hangingPunct="1">
              <a:buFont typeface="Arial" charset="0"/>
              <a:buNone/>
            </a:pPr>
            <a:r>
              <a:rPr lang="es-ES" sz="4000"/>
              <a:t>WHERE  c.id_campus = f.id_campus</a:t>
            </a:r>
          </a:p>
          <a:p>
            <a:pPr eaLnBrk="1" hangingPunct="1"/>
            <a:endParaRPr lang="es-ES"/>
          </a:p>
        </p:txBody>
      </p:sp>
      <p:pic>
        <p:nvPicPr>
          <p:cNvPr id="14341" name="Picture 4"/>
          <p:cNvPicPr>
            <a:picLocks noChangeAspect="1" noChangeArrowheads="1"/>
          </p:cNvPicPr>
          <p:nvPr/>
        </p:nvPicPr>
        <p:blipFill>
          <a:blip r:embed="rId2" cstate="print"/>
          <a:srcRect/>
          <a:stretch>
            <a:fillRect/>
          </a:stretch>
        </p:blipFill>
        <p:spPr bwMode="auto">
          <a:xfrm>
            <a:off x="0" y="4500563"/>
            <a:ext cx="4787900" cy="1928812"/>
          </a:xfrm>
          <a:prstGeom prst="rect">
            <a:avLst/>
          </a:prstGeom>
          <a:noFill/>
          <a:ln w="9525">
            <a:noFill/>
            <a:miter lim="800000"/>
            <a:headEnd/>
            <a:tailEnd/>
          </a:ln>
        </p:spPr>
      </p:pic>
      <p:grpSp>
        <p:nvGrpSpPr>
          <p:cNvPr id="2" name="17 Grupo"/>
          <p:cNvGrpSpPr>
            <a:grpSpLocks/>
          </p:cNvGrpSpPr>
          <p:nvPr/>
        </p:nvGrpSpPr>
        <p:grpSpPr bwMode="auto">
          <a:xfrm>
            <a:off x="571500" y="1928813"/>
            <a:ext cx="2357438" cy="4500562"/>
            <a:chOff x="571472" y="1928801"/>
            <a:chExt cx="2357456" cy="4500595"/>
          </a:xfrm>
        </p:grpSpPr>
        <p:sp>
          <p:nvSpPr>
            <p:cNvPr id="9" name="8 Rectángulo redondeado"/>
            <p:cNvSpPr/>
            <p:nvPr/>
          </p:nvSpPr>
          <p:spPr bwMode="auto">
            <a:xfrm>
              <a:off x="571472" y="4572007"/>
              <a:ext cx="2000265" cy="1857389"/>
            </a:xfrm>
            <a:prstGeom prst="roundRect">
              <a:avLst/>
            </a:prstGeom>
            <a:solidFill>
              <a:schemeClr val="accent1">
                <a:lumMod val="40000"/>
                <a:lumOff val="60000"/>
                <a:alpha val="46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cxnSp>
          <p:nvCxnSpPr>
            <p:cNvPr id="10" name="9 Conector recto de flecha"/>
            <p:cNvCxnSpPr>
              <a:endCxn id="9" idx="0"/>
            </p:cNvCxnSpPr>
            <p:nvPr/>
          </p:nvCxnSpPr>
          <p:spPr bwMode="auto">
            <a:xfrm rot="5400000">
              <a:off x="928663" y="2571743"/>
              <a:ext cx="2643206" cy="135732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nvGrpSpPr>
          <p:cNvPr id="3" name="18 Grupo"/>
          <p:cNvGrpSpPr>
            <a:grpSpLocks/>
          </p:cNvGrpSpPr>
          <p:nvPr/>
        </p:nvGrpSpPr>
        <p:grpSpPr bwMode="auto">
          <a:xfrm>
            <a:off x="2714625" y="2000250"/>
            <a:ext cx="2143125" cy="4286250"/>
            <a:chOff x="2714625" y="2000240"/>
            <a:chExt cx="2143129" cy="4286280"/>
          </a:xfrm>
        </p:grpSpPr>
        <p:sp>
          <p:nvSpPr>
            <p:cNvPr id="12" name="11 Rectángulo redondeado"/>
            <p:cNvSpPr/>
            <p:nvPr/>
          </p:nvSpPr>
          <p:spPr>
            <a:xfrm>
              <a:off x="2714625" y="4500571"/>
              <a:ext cx="1928817" cy="1785949"/>
            </a:xfrm>
            <a:prstGeom prst="roundRect">
              <a:avLst/>
            </a:prstGeom>
            <a:solidFill>
              <a:srgbClr val="FFFF00">
                <a:alpha val="43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cxnSp>
          <p:nvCxnSpPr>
            <p:cNvPr id="13" name="12 Conector recto de flecha"/>
            <p:cNvCxnSpPr>
              <a:endCxn id="12" idx="0"/>
            </p:cNvCxnSpPr>
            <p:nvPr/>
          </p:nvCxnSpPr>
          <p:spPr>
            <a:xfrm rot="5400000">
              <a:off x="3017831" y="2660649"/>
              <a:ext cx="2500331" cy="1179514"/>
            </a:xfrm>
            <a:prstGeom prst="straightConnector1">
              <a:avLst/>
            </a:prstGeom>
            <a:ln w="38100">
              <a:solidFill>
                <a:srgbClr val="FFFF00"/>
              </a:solidFill>
              <a:tailEnd type="arrow"/>
            </a:ln>
          </p:spPr>
          <p:style>
            <a:lnRef idx="1">
              <a:schemeClr val="accent1"/>
            </a:lnRef>
            <a:fillRef idx="0">
              <a:schemeClr val="accent1"/>
            </a:fillRef>
            <a:effectRef idx="0">
              <a:schemeClr val="accent1"/>
            </a:effectRef>
            <a:fontRef idx="minor">
              <a:schemeClr val="tx1"/>
            </a:fontRef>
          </p:style>
        </p:cxnSp>
      </p:grpSp>
      <p:pic>
        <p:nvPicPr>
          <p:cNvPr id="14344" name="Picture 5"/>
          <p:cNvPicPr>
            <a:picLocks noChangeAspect="1" noChangeArrowheads="1"/>
          </p:cNvPicPr>
          <p:nvPr/>
        </p:nvPicPr>
        <p:blipFill>
          <a:blip r:embed="rId3" cstate="print"/>
          <a:srcRect/>
          <a:stretch>
            <a:fillRect/>
          </a:stretch>
        </p:blipFill>
        <p:spPr bwMode="auto">
          <a:xfrm>
            <a:off x="5143500" y="4143375"/>
            <a:ext cx="4192588" cy="2381250"/>
          </a:xfrm>
          <a:prstGeom prst="rect">
            <a:avLst/>
          </a:prstGeom>
          <a:noFill/>
          <a:ln w="9525">
            <a:noFill/>
            <a:miter lim="800000"/>
            <a:headEnd/>
            <a:tailEnd/>
          </a:ln>
        </p:spPr>
      </p:pic>
      <p:grpSp>
        <p:nvGrpSpPr>
          <p:cNvPr id="4" name="29 Grupo"/>
          <p:cNvGrpSpPr>
            <a:grpSpLocks/>
          </p:cNvGrpSpPr>
          <p:nvPr/>
        </p:nvGrpSpPr>
        <p:grpSpPr bwMode="auto">
          <a:xfrm>
            <a:off x="3429000" y="2643188"/>
            <a:ext cx="3500438" cy="3929062"/>
            <a:chOff x="3428992" y="2643182"/>
            <a:chExt cx="3500446" cy="3929068"/>
          </a:xfrm>
        </p:grpSpPr>
        <p:sp>
          <p:nvSpPr>
            <p:cNvPr id="21" name="20 Elipse"/>
            <p:cNvSpPr/>
            <p:nvPr/>
          </p:nvSpPr>
          <p:spPr bwMode="auto">
            <a:xfrm>
              <a:off x="5429247" y="4857747"/>
              <a:ext cx="1500191" cy="1714503"/>
            </a:xfrm>
            <a:prstGeom prst="ellipse">
              <a:avLst/>
            </a:prstGeom>
            <a:solidFill>
              <a:srgbClr val="FF0000">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cxnSp>
          <p:nvCxnSpPr>
            <p:cNvPr id="22" name="21 Conector recto de flecha"/>
            <p:cNvCxnSpPr/>
            <p:nvPr/>
          </p:nvCxnSpPr>
          <p:spPr bwMode="auto">
            <a:xfrm rot="16200000" flipH="1">
              <a:off x="3178961" y="2893213"/>
              <a:ext cx="2571754" cy="2071693"/>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5" name="27 Grupo"/>
          <p:cNvGrpSpPr>
            <a:grpSpLocks/>
          </p:cNvGrpSpPr>
          <p:nvPr/>
        </p:nvGrpSpPr>
        <p:grpSpPr bwMode="auto">
          <a:xfrm>
            <a:off x="6072188" y="2643188"/>
            <a:ext cx="3071812" cy="3714750"/>
            <a:chOff x="6072198" y="2643181"/>
            <a:chExt cx="3071801" cy="3714754"/>
          </a:xfrm>
        </p:grpSpPr>
        <p:sp>
          <p:nvSpPr>
            <p:cNvPr id="24" name="23 Elipse"/>
            <p:cNvSpPr/>
            <p:nvPr/>
          </p:nvSpPr>
          <p:spPr bwMode="auto">
            <a:xfrm>
              <a:off x="7215194" y="4357683"/>
              <a:ext cx="1928805" cy="2000252"/>
            </a:xfrm>
            <a:prstGeom prst="ellipse">
              <a:avLst/>
            </a:prstGeom>
            <a:solidFill>
              <a:srgbClr val="0070C0">
                <a:alpha val="33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cxnSp>
          <p:nvCxnSpPr>
            <p:cNvPr id="25" name="24 Conector recto de flecha"/>
            <p:cNvCxnSpPr/>
            <p:nvPr/>
          </p:nvCxnSpPr>
          <p:spPr bwMode="auto">
            <a:xfrm rot="16200000" flipH="1">
              <a:off x="6072194" y="2643185"/>
              <a:ext cx="1714502" cy="1714494"/>
            </a:xfrm>
            <a:prstGeom prst="straightConnector1">
              <a:avLst/>
            </a:prstGeom>
            <a:ln w="38100">
              <a:solidFill>
                <a:srgbClr val="0070C0"/>
              </a:solidFill>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1 Título"/>
          <p:cNvSpPr>
            <a:spLocks noGrp="1"/>
          </p:cNvSpPr>
          <p:nvPr>
            <p:ph type="title"/>
          </p:nvPr>
        </p:nvSpPr>
        <p:spPr/>
        <p:txBody>
          <a:bodyPr/>
          <a:lstStyle/>
          <a:p>
            <a:pPr eaLnBrk="1" hangingPunct="1"/>
            <a:r>
              <a:rPr lang="es-ES" sz="5400"/>
              <a:t>Alias 2</a:t>
            </a:r>
          </a:p>
        </p:txBody>
      </p:sp>
      <p:sp>
        <p:nvSpPr>
          <p:cNvPr id="15364" name="2 Marcador de contenido"/>
          <p:cNvSpPr>
            <a:spLocks noGrp="1"/>
          </p:cNvSpPr>
          <p:nvPr>
            <p:ph idx="1"/>
          </p:nvPr>
        </p:nvSpPr>
        <p:spPr>
          <a:xfrm>
            <a:off x="285750" y="1357313"/>
            <a:ext cx="8229600" cy="4324350"/>
          </a:xfrm>
        </p:spPr>
        <p:txBody>
          <a:bodyPr/>
          <a:lstStyle/>
          <a:p>
            <a:pPr algn="just" eaLnBrk="1" hangingPunct="1"/>
            <a:r>
              <a:rPr lang="es-CL" sz="3600"/>
              <a:t>Es posible dar un alias (nombre) al titulo de las columnas de una tabla, que no es el mismo que posee en la Base de Datos.</a:t>
            </a:r>
          </a:p>
          <a:p>
            <a:pPr eaLnBrk="1" hangingPunct="1"/>
            <a:r>
              <a:rPr lang="es-CL"/>
              <a:t>Ejemplo sin Alias:</a:t>
            </a:r>
          </a:p>
          <a:p>
            <a:pPr lvl="1" eaLnBrk="1" hangingPunct="1">
              <a:buFont typeface="Wingdings 2" pitchFamily="18" charset="2"/>
              <a:buNone/>
            </a:pPr>
            <a:r>
              <a:rPr lang="es-CL">
                <a:latin typeface="Courier New" pitchFamily="49" charset="0"/>
                <a:cs typeface="Courier New" pitchFamily="49" charset="0"/>
              </a:rPr>
              <a:t>	Select  l.titulo, l.agno</a:t>
            </a:r>
          </a:p>
          <a:p>
            <a:pPr lvl="1" eaLnBrk="1" hangingPunct="1">
              <a:buFont typeface="Wingdings 2" pitchFamily="18" charset="2"/>
              <a:buNone/>
            </a:pPr>
            <a:r>
              <a:rPr lang="es-CL">
                <a:latin typeface="Courier New" pitchFamily="49" charset="0"/>
                <a:cs typeface="Courier New" pitchFamily="49" charset="0"/>
              </a:rPr>
              <a:t>	From  libros l</a:t>
            </a:r>
          </a:p>
          <a:p>
            <a:pPr eaLnBrk="1" hangingPunct="1"/>
            <a:endParaRPr lang="es-ES"/>
          </a:p>
          <a:p>
            <a:pPr eaLnBrk="1" hangingPunct="1"/>
            <a:endParaRPr lang="es-ES"/>
          </a:p>
        </p:txBody>
      </p:sp>
      <p:graphicFrame>
        <p:nvGraphicFramePr>
          <p:cNvPr id="5" name="4 Tabla"/>
          <p:cNvGraphicFramePr>
            <a:graphicFrameLocks noGrp="1"/>
          </p:cNvGraphicFramePr>
          <p:nvPr/>
        </p:nvGraphicFramePr>
        <p:xfrm>
          <a:off x="1714500" y="5214938"/>
          <a:ext cx="4143375" cy="1482724"/>
        </p:xfrm>
        <a:graphic>
          <a:graphicData uri="http://schemas.openxmlformats.org/drawingml/2006/table">
            <a:tbl>
              <a:tblPr firstRow="1" bandRow="1">
                <a:tableStyleId>{5C22544A-7EE6-4342-B048-85BDC9FD1C3A}</a:tableStyleId>
              </a:tblPr>
              <a:tblGrid>
                <a:gridCol w="3222625">
                  <a:extLst>
                    <a:ext uri="{9D8B030D-6E8A-4147-A177-3AD203B41FA5}">
                      <a16:colId xmlns:a16="http://schemas.microsoft.com/office/drawing/2014/main" val="20000"/>
                    </a:ext>
                  </a:extLst>
                </a:gridCol>
                <a:gridCol w="920750">
                  <a:extLst>
                    <a:ext uri="{9D8B030D-6E8A-4147-A177-3AD203B41FA5}">
                      <a16:colId xmlns:a16="http://schemas.microsoft.com/office/drawing/2014/main" val="20001"/>
                    </a:ext>
                  </a:extLst>
                </a:gridCol>
              </a:tblGrid>
              <a:tr h="370681">
                <a:tc>
                  <a:txBody>
                    <a:bodyPr/>
                    <a:lstStyle/>
                    <a:p>
                      <a:r>
                        <a:rPr lang="es-CL" sz="1800" dirty="0"/>
                        <a:t>TITULO</a:t>
                      </a:r>
                    </a:p>
                  </a:txBody>
                  <a:tcPr marL="91439" marR="91439" marT="45700" marB="45700"/>
                </a:tc>
                <a:tc>
                  <a:txBody>
                    <a:bodyPr/>
                    <a:lstStyle/>
                    <a:p>
                      <a:r>
                        <a:rPr lang="es-CL" sz="1800" dirty="0"/>
                        <a:t>AGNO</a:t>
                      </a:r>
                    </a:p>
                  </a:txBody>
                  <a:tcPr marL="91439" marR="91439" marT="45700" marB="45700"/>
                </a:tc>
                <a:extLst>
                  <a:ext uri="{0D108BD9-81ED-4DB2-BD59-A6C34878D82A}">
                    <a16:rowId xmlns:a16="http://schemas.microsoft.com/office/drawing/2014/main" val="10000"/>
                  </a:ext>
                </a:extLst>
              </a:tr>
              <a:tr h="370681">
                <a:tc>
                  <a:txBody>
                    <a:bodyPr/>
                    <a:lstStyle/>
                    <a:p>
                      <a:r>
                        <a:rPr lang="es-CL" sz="1800" dirty="0"/>
                        <a:t>Matemáticas</a:t>
                      </a:r>
                    </a:p>
                  </a:txBody>
                  <a:tcPr marL="91439" marR="91439" marT="45700" marB="45700"/>
                </a:tc>
                <a:tc>
                  <a:txBody>
                    <a:bodyPr/>
                    <a:lstStyle/>
                    <a:p>
                      <a:r>
                        <a:rPr lang="es-CL" sz="1800" dirty="0"/>
                        <a:t>2007</a:t>
                      </a:r>
                    </a:p>
                  </a:txBody>
                  <a:tcPr marL="91439" marR="91439" marT="45700" marB="45700"/>
                </a:tc>
                <a:extLst>
                  <a:ext uri="{0D108BD9-81ED-4DB2-BD59-A6C34878D82A}">
                    <a16:rowId xmlns:a16="http://schemas.microsoft.com/office/drawing/2014/main" val="10001"/>
                  </a:ext>
                </a:extLst>
              </a:tr>
              <a:tr h="370681">
                <a:tc>
                  <a:txBody>
                    <a:bodyPr/>
                    <a:lstStyle/>
                    <a:p>
                      <a:r>
                        <a:rPr lang="es-CL" sz="1800" dirty="0"/>
                        <a:t>Lenguaje y Comunicaciones</a:t>
                      </a:r>
                    </a:p>
                  </a:txBody>
                  <a:tcPr marL="91439" marR="91439" marT="45700" marB="45700"/>
                </a:tc>
                <a:tc>
                  <a:txBody>
                    <a:bodyPr/>
                    <a:lstStyle/>
                    <a:p>
                      <a:r>
                        <a:rPr lang="es-CL" sz="1800" dirty="0"/>
                        <a:t>1998</a:t>
                      </a:r>
                    </a:p>
                  </a:txBody>
                  <a:tcPr marL="91439" marR="91439" marT="45700" marB="45700"/>
                </a:tc>
                <a:extLst>
                  <a:ext uri="{0D108BD9-81ED-4DB2-BD59-A6C34878D82A}">
                    <a16:rowId xmlns:a16="http://schemas.microsoft.com/office/drawing/2014/main" val="10002"/>
                  </a:ext>
                </a:extLst>
              </a:tr>
              <a:tr h="370681">
                <a:tc>
                  <a:txBody>
                    <a:bodyPr/>
                    <a:lstStyle/>
                    <a:p>
                      <a:r>
                        <a:rPr lang="es-CL" sz="1800" dirty="0" err="1"/>
                        <a:t>Cs.</a:t>
                      </a:r>
                      <a:r>
                        <a:rPr lang="es-CL" sz="1800" dirty="0"/>
                        <a:t> Biológicas</a:t>
                      </a:r>
                    </a:p>
                  </a:txBody>
                  <a:tcPr marL="91439" marR="91439" marT="45700" marB="45700"/>
                </a:tc>
                <a:tc>
                  <a:txBody>
                    <a:bodyPr/>
                    <a:lstStyle/>
                    <a:p>
                      <a:r>
                        <a:rPr lang="es-CL" sz="1800" dirty="0"/>
                        <a:t>2003</a:t>
                      </a:r>
                    </a:p>
                  </a:txBody>
                  <a:tcPr marL="91439" marR="91439" marT="45700" marB="45700"/>
                </a:tc>
                <a:extLst>
                  <a:ext uri="{0D108BD9-81ED-4DB2-BD59-A6C34878D82A}">
                    <a16:rowId xmlns:a16="http://schemas.microsoft.com/office/drawing/2014/main" val="10003"/>
                  </a:ext>
                </a:extLst>
              </a:tr>
            </a:tbl>
          </a:graphicData>
        </a:graphic>
      </p:graphicFrame>
      <p:grpSp>
        <p:nvGrpSpPr>
          <p:cNvPr id="2" name="9 Grupo"/>
          <p:cNvGrpSpPr>
            <a:grpSpLocks/>
          </p:cNvGrpSpPr>
          <p:nvPr/>
        </p:nvGrpSpPr>
        <p:grpSpPr bwMode="auto">
          <a:xfrm>
            <a:off x="4786313" y="4143375"/>
            <a:ext cx="1071562" cy="1500188"/>
            <a:chOff x="4786314" y="4143381"/>
            <a:chExt cx="1071563" cy="1500189"/>
          </a:xfrm>
        </p:grpSpPr>
        <p:sp>
          <p:nvSpPr>
            <p:cNvPr id="7" name="6 Rectángulo redondeado"/>
            <p:cNvSpPr/>
            <p:nvPr/>
          </p:nvSpPr>
          <p:spPr bwMode="auto">
            <a:xfrm>
              <a:off x="4786314" y="5214945"/>
              <a:ext cx="1071563" cy="428625"/>
            </a:xfrm>
            <a:prstGeom prst="roundRect">
              <a:avLst/>
            </a:prstGeom>
            <a:solidFill>
              <a:srgbClr val="FF0000">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CL"/>
            </a:p>
          </p:txBody>
        </p:sp>
        <p:cxnSp>
          <p:nvCxnSpPr>
            <p:cNvPr id="8" name="7 Conector recto de flecha"/>
            <p:cNvCxnSpPr>
              <a:endCxn id="7" idx="0"/>
            </p:cNvCxnSpPr>
            <p:nvPr/>
          </p:nvCxnSpPr>
          <p:spPr bwMode="auto">
            <a:xfrm rot="5400000">
              <a:off x="4804570" y="4661700"/>
              <a:ext cx="1071564" cy="34925"/>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1 Título"/>
          <p:cNvSpPr>
            <a:spLocks noGrp="1"/>
          </p:cNvSpPr>
          <p:nvPr>
            <p:ph type="title"/>
          </p:nvPr>
        </p:nvSpPr>
        <p:spPr/>
        <p:txBody>
          <a:bodyPr/>
          <a:lstStyle/>
          <a:p>
            <a:pPr eaLnBrk="1" hangingPunct="1"/>
            <a:r>
              <a:rPr lang="es-ES" sz="5400"/>
              <a:t>Ejemplo con Alias</a:t>
            </a:r>
          </a:p>
        </p:txBody>
      </p:sp>
      <p:sp>
        <p:nvSpPr>
          <p:cNvPr id="16406" name="2 Marcador de contenido"/>
          <p:cNvSpPr>
            <a:spLocks noGrp="1"/>
          </p:cNvSpPr>
          <p:nvPr>
            <p:ph idx="1"/>
          </p:nvPr>
        </p:nvSpPr>
        <p:spPr>
          <a:xfrm>
            <a:off x="0" y="1428750"/>
            <a:ext cx="9144000" cy="1928813"/>
          </a:xfrm>
        </p:spPr>
        <p:txBody>
          <a:bodyPr/>
          <a:lstStyle/>
          <a:p>
            <a:pPr lvl="1" eaLnBrk="1" hangingPunct="1">
              <a:buFont typeface="Wingdings 2" pitchFamily="18" charset="2"/>
              <a:buNone/>
            </a:pPr>
            <a:endParaRPr lang="es-CL">
              <a:latin typeface="Courier New" pitchFamily="49" charset="0"/>
              <a:cs typeface="Courier New" pitchFamily="49" charset="0"/>
            </a:endParaRPr>
          </a:p>
          <a:p>
            <a:pPr lvl="1" eaLnBrk="1" hangingPunct="1">
              <a:buFont typeface="Wingdings 2" pitchFamily="18" charset="2"/>
              <a:buNone/>
            </a:pPr>
            <a:r>
              <a:rPr lang="es-CL" sz="3600">
                <a:latin typeface="Courier New" pitchFamily="49" charset="0"/>
                <a:cs typeface="Courier New" pitchFamily="49" charset="0"/>
              </a:rPr>
              <a:t>Select l.titulo</a:t>
            </a:r>
            <a:r>
              <a:rPr lang="es-CL" sz="3600" i="1">
                <a:solidFill>
                  <a:srgbClr val="FF0000"/>
                </a:solidFill>
                <a:latin typeface="Courier New" pitchFamily="49" charset="0"/>
                <a:cs typeface="Courier New" pitchFamily="49" charset="0"/>
              </a:rPr>
              <a:t>, l.agno As AÑO</a:t>
            </a:r>
          </a:p>
          <a:p>
            <a:pPr lvl="1" eaLnBrk="1" hangingPunct="1">
              <a:buFont typeface="Wingdings 2" pitchFamily="18" charset="2"/>
              <a:buNone/>
            </a:pPr>
            <a:r>
              <a:rPr lang="es-CL" sz="3600">
                <a:latin typeface="Courier New" pitchFamily="49" charset="0"/>
                <a:cs typeface="Courier New" pitchFamily="49" charset="0"/>
              </a:rPr>
              <a:t>From libros l</a:t>
            </a:r>
          </a:p>
          <a:p>
            <a:pPr eaLnBrk="1" hangingPunct="1"/>
            <a:endParaRPr lang="es-CL"/>
          </a:p>
        </p:txBody>
      </p:sp>
      <p:graphicFrame>
        <p:nvGraphicFramePr>
          <p:cNvPr id="5" name="4 Tabla"/>
          <p:cNvGraphicFramePr>
            <a:graphicFrameLocks noGrp="1"/>
          </p:cNvGraphicFramePr>
          <p:nvPr/>
        </p:nvGraphicFramePr>
        <p:xfrm>
          <a:off x="1857375" y="4143375"/>
          <a:ext cx="4143375" cy="1482724"/>
        </p:xfrm>
        <a:graphic>
          <a:graphicData uri="http://schemas.openxmlformats.org/drawingml/2006/table">
            <a:tbl>
              <a:tblPr firstRow="1" bandRow="1">
                <a:tableStyleId>{5C22544A-7EE6-4342-B048-85BDC9FD1C3A}</a:tableStyleId>
              </a:tblPr>
              <a:tblGrid>
                <a:gridCol w="3222625">
                  <a:extLst>
                    <a:ext uri="{9D8B030D-6E8A-4147-A177-3AD203B41FA5}">
                      <a16:colId xmlns:a16="http://schemas.microsoft.com/office/drawing/2014/main" val="20000"/>
                    </a:ext>
                  </a:extLst>
                </a:gridCol>
                <a:gridCol w="920750">
                  <a:extLst>
                    <a:ext uri="{9D8B030D-6E8A-4147-A177-3AD203B41FA5}">
                      <a16:colId xmlns:a16="http://schemas.microsoft.com/office/drawing/2014/main" val="20001"/>
                    </a:ext>
                  </a:extLst>
                </a:gridCol>
              </a:tblGrid>
              <a:tr h="370681">
                <a:tc>
                  <a:txBody>
                    <a:bodyPr/>
                    <a:lstStyle/>
                    <a:p>
                      <a:r>
                        <a:rPr lang="es-CL" sz="1800" dirty="0"/>
                        <a:t>TITULO</a:t>
                      </a:r>
                    </a:p>
                  </a:txBody>
                  <a:tcPr marL="91439" marR="91439" marT="45700" marB="45700"/>
                </a:tc>
                <a:tc>
                  <a:txBody>
                    <a:bodyPr/>
                    <a:lstStyle/>
                    <a:p>
                      <a:r>
                        <a:rPr lang="es-CL" sz="1800" dirty="0"/>
                        <a:t>AÑO</a:t>
                      </a:r>
                    </a:p>
                  </a:txBody>
                  <a:tcPr marL="91439" marR="91439" marT="45700" marB="45700"/>
                </a:tc>
                <a:extLst>
                  <a:ext uri="{0D108BD9-81ED-4DB2-BD59-A6C34878D82A}">
                    <a16:rowId xmlns:a16="http://schemas.microsoft.com/office/drawing/2014/main" val="10000"/>
                  </a:ext>
                </a:extLst>
              </a:tr>
              <a:tr h="370681">
                <a:tc>
                  <a:txBody>
                    <a:bodyPr/>
                    <a:lstStyle/>
                    <a:p>
                      <a:r>
                        <a:rPr lang="es-CL" sz="1800" dirty="0"/>
                        <a:t>Matemáticas</a:t>
                      </a:r>
                    </a:p>
                  </a:txBody>
                  <a:tcPr marL="91439" marR="91439" marT="45700" marB="45700"/>
                </a:tc>
                <a:tc>
                  <a:txBody>
                    <a:bodyPr/>
                    <a:lstStyle/>
                    <a:p>
                      <a:r>
                        <a:rPr lang="es-CL" sz="1800" dirty="0"/>
                        <a:t>2007</a:t>
                      </a:r>
                    </a:p>
                  </a:txBody>
                  <a:tcPr marL="91439" marR="91439" marT="45700" marB="45700"/>
                </a:tc>
                <a:extLst>
                  <a:ext uri="{0D108BD9-81ED-4DB2-BD59-A6C34878D82A}">
                    <a16:rowId xmlns:a16="http://schemas.microsoft.com/office/drawing/2014/main" val="10001"/>
                  </a:ext>
                </a:extLst>
              </a:tr>
              <a:tr h="370681">
                <a:tc>
                  <a:txBody>
                    <a:bodyPr/>
                    <a:lstStyle/>
                    <a:p>
                      <a:r>
                        <a:rPr lang="es-CL" sz="1800" dirty="0"/>
                        <a:t>Lenguaje y Comunicaciones</a:t>
                      </a:r>
                    </a:p>
                  </a:txBody>
                  <a:tcPr marL="91439" marR="91439" marT="45700" marB="45700"/>
                </a:tc>
                <a:tc>
                  <a:txBody>
                    <a:bodyPr/>
                    <a:lstStyle/>
                    <a:p>
                      <a:r>
                        <a:rPr lang="es-CL" sz="1800" dirty="0"/>
                        <a:t>1998</a:t>
                      </a:r>
                    </a:p>
                  </a:txBody>
                  <a:tcPr marL="91439" marR="91439" marT="45700" marB="45700"/>
                </a:tc>
                <a:extLst>
                  <a:ext uri="{0D108BD9-81ED-4DB2-BD59-A6C34878D82A}">
                    <a16:rowId xmlns:a16="http://schemas.microsoft.com/office/drawing/2014/main" val="10002"/>
                  </a:ext>
                </a:extLst>
              </a:tr>
              <a:tr h="370681">
                <a:tc>
                  <a:txBody>
                    <a:bodyPr/>
                    <a:lstStyle/>
                    <a:p>
                      <a:r>
                        <a:rPr lang="es-CL" sz="1800" dirty="0" err="1"/>
                        <a:t>Cs.</a:t>
                      </a:r>
                      <a:r>
                        <a:rPr lang="es-CL" sz="1800" dirty="0"/>
                        <a:t> Biológicas</a:t>
                      </a:r>
                    </a:p>
                  </a:txBody>
                  <a:tcPr marL="91439" marR="91439" marT="45700" marB="45700"/>
                </a:tc>
                <a:tc>
                  <a:txBody>
                    <a:bodyPr/>
                    <a:lstStyle/>
                    <a:p>
                      <a:r>
                        <a:rPr lang="es-CL" sz="1800" dirty="0"/>
                        <a:t>2003</a:t>
                      </a:r>
                    </a:p>
                  </a:txBody>
                  <a:tcPr marL="91439" marR="91439" marT="45700" marB="45700"/>
                </a:tc>
                <a:extLst>
                  <a:ext uri="{0D108BD9-81ED-4DB2-BD59-A6C34878D82A}">
                    <a16:rowId xmlns:a16="http://schemas.microsoft.com/office/drawing/2014/main" val="10003"/>
                  </a:ext>
                </a:extLst>
              </a:tr>
            </a:tbl>
          </a:graphicData>
        </a:graphic>
      </p:graphicFrame>
      <p:grpSp>
        <p:nvGrpSpPr>
          <p:cNvPr id="2" name="12 Grupo"/>
          <p:cNvGrpSpPr>
            <a:grpSpLocks/>
          </p:cNvGrpSpPr>
          <p:nvPr/>
        </p:nvGrpSpPr>
        <p:grpSpPr bwMode="auto">
          <a:xfrm>
            <a:off x="4929188" y="2500313"/>
            <a:ext cx="1357312" cy="2071687"/>
            <a:chOff x="4929190" y="2500308"/>
            <a:chExt cx="1357322" cy="2071691"/>
          </a:xfrm>
        </p:grpSpPr>
        <p:sp>
          <p:nvSpPr>
            <p:cNvPr id="7" name="6 Rectángulo redondeado"/>
            <p:cNvSpPr/>
            <p:nvPr/>
          </p:nvSpPr>
          <p:spPr bwMode="auto">
            <a:xfrm>
              <a:off x="4929190" y="4143373"/>
              <a:ext cx="1071570" cy="428626"/>
            </a:xfrm>
            <a:prstGeom prst="roundRect">
              <a:avLst/>
            </a:prstGeom>
            <a:solidFill>
              <a:srgbClr val="FF0000">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CL"/>
            </a:p>
          </p:txBody>
        </p:sp>
        <p:cxnSp>
          <p:nvCxnSpPr>
            <p:cNvPr id="8" name="7 Conector recto de flecha"/>
            <p:cNvCxnSpPr>
              <a:endCxn id="7" idx="0"/>
            </p:cNvCxnSpPr>
            <p:nvPr/>
          </p:nvCxnSpPr>
          <p:spPr bwMode="auto">
            <a:xfrm rot="5400000">
              <a:off x="5053814" y="2910675"/>
              <a:ext cx="1643065" cy="822331"/>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1 Título"/>
          <p:cNvSpPr>
            <a:spLocks noGrp="1"/>
          </p:cNvSpPr>
          <p:nvPr>
            <p:ph type="title"/>
          </p:nvPr>
        </p:nvSpPr>
        <p:spPr/>
        <p:txBody>
          <a:bodyPr/>
          <a:lstStyle/>
          <a:p>
            <a:pPr eaLnBrk="1" hangingPunct="1"/>
            <a:r>
              <a:rPr lang="es-ES" sz="5400"/>
              <a:t>GROUP BY</a:t>
            </a:r>
          </a:p>
        </p:txBody>
      </p:sp>
      <p:sp>
        <p:nvSpPr>
          <p:cNvPr id="4" name="3 Rectángulo"/>
          <p:cNvSpPr/>
          <p:nvPr/>
        </p:nvSpPr>
        <p:spPr>
          <a:xfrm>
            <a:off x="357188" y="1428750"/>
            <a:ext cx="8286750" cy="3232150"/>
          </a:xfrm>
          <a:prstGeom prst="rect">
            <a:avLst/>
          </a:prstGeom>
        </p:spPr>
        <p:txBody>
          <a:bodyPr>
            <a:spAutoFit/>
          </a:bodyPr>
          <a:lstStyle/>
          <a:p>
            <a:pPr algn="just">
              <a:defRPr/>
            </a:pPr>
            <a:r>
              <a:rPr lang="es-CL" sz="3400" dirty="0">
                <a:latin typeface="+mj-lt"/>
              </a:rPr>
              <a:t>La cláusula GROUP BY se usa para generar valores de agregado para cada fila del conjunto de resultados. Cuando se usan sin una cláusula GROUP BY, las funciones de agregado sólo devuelven un valor de agregado para una instrucción SELECT.</a:t>
            </a:r>
          </a:p>
        </p:txBody>
      </p:sp>
      <p:sp>
        <p:nvSpPr>
          <p:cNvPr id="17413" name="4 CuadroTexto"/>
          <p:cNvSpPr txBox="1">
            <a:spLocks noChangeArrowheads="1"/>
          </p:cNvSpPr>
          <p:nvPr/>
        </p:nvSpPr>
        <p:spPr bwMode="auto">
          <a:xfrm>
            <a:off x="571500" y="4714875"/>
            <a:ext cx="7429500" cy="1754188"/>
          </a:xfrm>
          <a:prstGeom prst="rect">
            <a:avLst/>
          </a:prstGeom>
          <a:solidFill>
            <a:srgbClr val="FFC000">
              <a:alpha val="54901"/>
            </a:srgbClr>
          </a:solidFill>
          <a:ln w="25400">
            <a:solidFill>
              <a:schemeClr val="tx1"/>
            </a:solidFill>
            <a:prstDash val="dash"/>
            <a:miter lim="800000"/>
            <a:headEnd/>
            <a:tailEnd/>
          </a:ln>
        </p:spPr>
        <p:txBody>
          <a:bodyPr>
            <a:spAutoFit/>
          </a:bodyPr>
          <a:lstStyle/>
          <a:p>
            <a:r>
              <a:rPr lang="es-CL"/>
              <a:t>Ejemplo:</a:t>
            </a:r>
          </a:p>
          <a:p>
            <a:endParaRPr lang="es-CL"/>
          </a:p>
          <a:p>
            <a:r>
              <a:rPr lang="en-US" b="1"/>
              <a:t>SELECT </a:t>
            </a:r>
            <a:r>
              <a:rPr lang="en-US" b="1" i="1"/>
              <a:t>nombre_columna1, nombre_columna2</a:t>
            </a:r>
          </a:p>
          <a:p>
            <a:r>
              <a:rPr lang="en-US" b="1"/>
              <a:t>FROM </a:t>
            </a:r>
            <a:r>
              <a:rPr lang="en-US" b="1" i="1"/>
              <a:t>nombre_tabla</a:t>
            </a:r>
          </a:p>
          <a:p>
            <a:r>
              <a:rPr lang="en-US" b="1"/>
              <a:t>GROUP BY </a:t>
            </a:r>
            <a:r>
              <a:rPr lang="en-US" b="1" i="1"/>
              <a:t>nombre_columna1</a:t>
            </a:r>
            <a:br>
              <a:rPr lang="en-US" b="1"/>
            </a:br>
            <a:endParaRPr lang="es-CL"/>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1 Título"/>
          <p:cNvSpPr>
            <a:spLocks noGrp="1"/>
          </p:cNvSpPr>
          <p:nvPr>
            <p:ph type="title"/>
          </p:nvPr>
        </p:nvSpPr>
        <p:spPr/>
        <p:txBody>
          <a:bodyPr/>
          <a:lstStyle/>
          <a:p>
            <a:pPr eaLnBrk="1" hangingPunct="1"/>
            <a:r>
              <a:rPr lang="es-ES" sz="5400"/>
              <a:t>GROUP BY: Ejemplo</a:t>
            </a:r>
          </a:p>
        </p:txBody>
      </p:sp>
      <p:graphicFrame>
        <p:nvGraphicFramePr>
          <p:cNvPr id="6" name="5 Tabla"/>
          <p:cNvGraphicFramePr>
            <a:graphicFrameLocks noGrp="1"/>
          </p:cNvGraphicFramePr>
          <p:nvPr/>
        </p:nvGraphicFramePr>
        <p:xfrm>
          <a:off x="1071563" y="1857375"/>
          <a:ext cx="4606925" cy="1854200"/>
        </p:xfrm>
        <a:graphic>
          <a:graphicData uri="http://schemas.openxmlformats.org/drawingml/2006/table">
            <a:tbl>
              <a:tblPr firstRow="1" bandRow="1">
                <a:tableStyleId>{5C22544A-7EE6-4342-B048-85BDC9FD1C3A}</a:tableStyleId>
              </a:tblPr>
              <a:tblGrid>
                <a:gridCol w="1857593">
                  <a:extLst>
                    <a:ext uri="{9D8B030D-6E8A-4147-A177-3AD203B41FA5}">
                      <a16:colId xmlns:a16="http://schemas.microsoft.com/office/drawing/2014/main" val="20000"/>
                    </a:ext>
                  </a:extLst>
                </a:gridCol>
                <a:gridCol w="1286026">
                  <a:extLst>
                    <a:ext uri="{9D8B030D-6E8A-4147-A177-3AD203B41FA5}">
                      <a16:colId xmlns:a16="http://schemas.microsoft.com/office/drawing/2014/main" val="20001"/>
                    </a:ext>
                  </a:extLst>
                </a:gridCol>
                <a:gridCol w="1463306">
                  <a:extLst>
                    <a:ext uri="{9D8B030D-6E8A-4147-A177-3AD203B41FA5}">
                      <a16:colId xmlns:a16="http://schemas.microsoft.com/office/drawing/2014/main" val="20002"/>
                    </a:ext>
                  </a:extLst>
                </a:gridCol>
              </a:tblGrid>
              <a:tr h="370840">
                <a:tc>
                  <a:txBody>
                    <a:bodyPr/>
                    <a:lstStyle/>
                    <a:p>
                      <a:pPr algn="ctr"/>
                      <a:r>
                        <a:rPr lang="es-CL" dirty="0" err="1"/>
                        <a:t>nombre_tienda</a:t>
                      </a:r>
                      <a:endParaRPr lang="es-CL" dirty="0"/>
                    </a:p>
                  </a:txBody>
                  <a:tcPr marL="91450" marR="91450">
                    <a:solidFill>
                      <a:schemeClr val="tx2">
                        <a:lumMod val="50000"/>
                      </a:schemeClr>
                    </a:solidFill>
                  </a:tcPr>
                </a:tc>
                <a:tc>
                  <a:txBody>
                    <a:bodyPr/>
                    <a:lstStyle/>
                    <a:p>
                      <a:pPr algn="ctr"/>
                      <a:r>
                        <a:rPr lang="es-CL" dirty="0"/>
                        <a:t>ventas</a:t>
                      </a:r>
                    </a:p>
                  </a:txBody>
                  <a:tcPr marL="91450" marR="91450">
                    <a:solidFill>
                      <a:schemeClr val="tx2">
                        <a:lumMod val="50000"/>
                      </a:schemeClr>
                    </a:solidFill>
                  </a:tcPr>
                </a:tc>
                <a:tc>
                  <a:txBody>
                    <a:bodyPr/>
                    <a:lstStyle/>
                    <a:p>
                      <a:pPr algn="ctr"/>
                      <a:r>
                        <a:rPr lang="es-CL" dirty="0"/>
                        <a:t>fecha</a:t>
                      </a:r>
                    </a:p>
                  </a:txBody>
                  <a:tcPr marL="91450" marR="91450">
                    <a:solidFill>
                      <a:schemeClr val="tx2">
                        <a:lumMod val="50000"/>
                      </a:schemeClr>
                    </a:solidFill>
                  </a:tcPr>
                </a:tc>
                <a:extLst>
                  <a:ext uri="{0D108BD9-81ED-4DB2-BD59-A6C34878D82A}">
                    <a16:rowId xmlns:a16="http://schemas.microsoft.com/office/drawing/2014/main" val="10000"/>
                  </a:ext>
                </a:extLst>
              </a:tr>
              <a:tr h="370840">
                <a:tc>
                  <a:txBody>
                    <a:bodyPr/>
                    <a:lstStyle/>
                    <a:p>
                      <a:pPr algn="ctr"/>
                      <a:r>
                        <a:rPr lang="es-CL" dirty="0"/>
                        <a:t>Valdivia</a:t>
                      </a:r>
                    </a:p>
                  </a:txBody>
                  <a:tcPr marL="91450" marR="91450">
                    <a:solidFill>
                      <a:schemeClr val="tx2">
                        <a:lumMod val="60000"/>
                        <a:lumOff val="40000"/>
                      </a:schemeClr>
                    </a:solidFill>
                  </a:tcPr>
                </a:tc>
                <a:tc>
                  <a:txBody>
                    <a:bodyPr/>
                    <a:lstStyle/>
                    <a:p>
                      <a:pPr algn="ctr"/>
                      <a:r>
                        <a:rPr lang="es-CL" dirty="0"/>
                        <a:t>1500</a:t>
                      </a:r>
                    </a:p>
                  </a:txBody>
                  <a:tcPr marL="91450" marR="91450">
                    <a:solidFill>
                      <a:schemeClr val="tx2">
                        <a:lumMod val="60000"/>
                        <a:lumOff val="40000"/>
                      </a:schemeClr>
                    </a:solidFill>
                  </a:tcPr>
                </a:tc>
                <a:tc>
                  <a:txBody>
                    <a:bodyPr/>
                    <a:lstStyle/>
                    <a:p>
                      <a:pPr algn="ctr"/>
                      <a:r>
                        <a:rPr lang="es-CL" dirty="0"/>
                        <a:t>05-jan-2010</a:t>
                      </a:r>
                    </a:p>
                  </a:txBody>
                  <a:tcPr marL="91450" marR="91450">
                    <a:solidFill>
                      <a:schemeClr val="tx2">
                        <a:lumMod val="60000"/>
                        <a:lumOff val="40000"/>
                      </a:schemeClr>
                    </a:solidFill>
                  </a:tcPr>
                </a:tc>
                <a:extLst>
                  <a:ext uri="{0D108BD9-81ED-4DB2-BD59-A6C34878D82A}">
                    <a16:rowId xmlns:a16="http://schemas.microsoft.com/office/drawing/2014/main" val="10001"/>
                  </a:ext>
                </a:extLst>
              </a:tr>
              <a:tr h="370840">
                <a:tc>
                  <a:txBody>
                    <a:bodyPr/>
                    <a:lstStyle/>
                    <a:p>
                      <a:pPr algn="ctr"/>
                      <a:r>
                        <a:rPr lang="es-CL" dirty="0"/>
                        <a:t>Temuco</a:t>
                      </a:r>
                    </a:p>
                  </a:txBody>
                  <a:tcPr marL="91450" marR="91450"/>
                </a:tc>
                <a:tc>
                  <a:txBody>
                    <a:bodyPr/>
                    <a:lstStyle/>
                    <a:p>
                      <a:pPr algn="ctr"/>
                      <a:r>
                        <a:rPr lang="es-CL" dirty="0"/>
                        <a:t>250</a:t>
                      </a:r>
                    </a:p>
                  </a:txBody>
                  <a:tcPr marL="91450" marR="9145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CL" dirty="0"/>
                        <a:t>07-jan-2010</a:t>
                      </a:r>
                    </a:p>
                  </a:txBody>
                  <a:tcPr marL="91450" marR="91450"/>
                </a:tc>
                <a:extLst>
                  <a:ext uri="{0D108BD9-81ED-4DB2-BD59-A6C34878D82A}">
                    <a16:rowId xmlns:a16="http://schemas.microsoft.com/office/drawing/2014/main" val="10002"/>
                  </a:ext>
                </a:extLst>
              </a:tr>
              <a:tr h="370840">
                <a:tc>
                  <a:txBody>
                    <a:bodyPr/>
                    <a:lstStyle/>
                    <a:p>
                      <a:pPr algn="ctr"/>
                      <a:r>
                        <a:rPr lang="es-CL" dirty="0"/>
                        <a:t>Valdivia</a:t>
                      </a:r>
                    </a:p>
                  </a:txBody>
                  <a:tcPr marL="91450" marR="91450">
                    <a:solidFill>
                      <a:schemeClr val="tx2">
                        <a:lumMod val="60000"/>
                        <a:lumOff val="40000"/>
                      </a:schemeClr>
                    </a:solidFill>
                  </a:tcPr>
                </a:tc>
                <a:tc>
                  <a:txBody>
                    <a:bodyPr/>
                    <a:lstStyle/>
                    <a:p>
                      <a:pPr algn="ctr"/>
                      <a:r>
                        <a:rPr lang="es-CL" dirty="0"/>
                        <a:t>300</a:t>
                      </a:r>
                    </a:p>
                  </a:txBody>
                  <a:tcPr marL="91450" marR="91450">
                    <a:solidFill>
                      <a:schemeClr val="tx2">
                        <a:lumMod val="60000"/>
                        <a:lumOff val="4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CL" dirty="0"/>
                        <a:t>08-jan-2010</a:t>
                      </a:r>
                    </a:p>
                  </a:txBody>
                  <a:tcPr marL="91450" marR="91450">
                    <a:solidFill>
                      <a:schemeClr val="tx2">
                        <a:lumMod val="60000"/>
                        <a:lumOff val="40000"/>
                      </a:schemeClr>
                    </a:solidFill>
                  </a:tcPr>
                </a:tc>
                <a:extLst>
                  <a:ext uri="{0D108BD9-81ED-4DB2-BD59-A6C34878D82A}">
                    <a16:rowId xmlns:a16="http://schemas.microsoft.com/office/drawing/2014/main" val="10003"/>
                  </a:ext>
                </a:extLst>
              </a:tr>
              <a:tr h="370840">
                <a:tc>
                  <a:txBody>
                    <a:bodyPr/>
                    <a:lstStyle/>
                    <a:p>
                      <a:pPr algn="ctr"/>
                      <a:r>
                        <a:rPr lang="es-CL" dirty="0"/>
                        <a:t>Osorno</a:t>
                      </a:r>
                    </a:p>
                  </a:txBody>
                  <a:tcPr marL="91450" marR="91450"/>
                </a:tc>
                <a:tc>
                  <a:txBody>
                    <a:bodyPr/>
                    <a:lstStyle/>
                    <a:p>
                      <a:pPr algn="ctr"/>
                      <a:r>
                        <a:rPr lang="es-CL" dirty="0"/>
                        <a:t>700</a:t>
                      </a:r>
                    </a:p>
                  </a:txBody>
                  <a:tcPr marL="91450" marR="9145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CL" dirty="0"/>
                        <a:t>08-jan-2010</a:t>
                      </a:r>
                    </a:p>
                  </a:txBody>
                  <a:tcPr marL="91450" marR="91450"/>
                </a:tc>
                <a:extLst>
                  <a:ext uri="{0D108BD9-81ED-4DB2-BD59-A6C34878D82A}">
                    <a16:rowId xmlns:a16="http://schemas.microsoft.com/office/drawing/2014/main" val="10004"/>
                  </a:ext>
                </a:extLst>
              </a:tr>
            </a:tbl>
          </a:graphicData>
        </a:graphic>
      </p:graphicFrame>
      <p:sp>
        <p:nvSpPr>
          <p:cNvPr id="18462" name="6 CuadroTexto"/>
          <p:cNvSpPr txBox="1">
            <a:spLocks noChangeArrowheads="1"/>
          </p:cNvSpPr>
          <p:nvPr/>
        </p:nvSpPr>
        <p:spPr bwMode="auto">
          <a:xfrm>
            <a:off x="1071563" y="1500188"/>
            <a:ext cx="3286125" cy="369887"/>
          </a:xfrm>
          <a:prstGeom prst="rect">
            <a:avLst/>
          </a:prstGeom>
          <a:noFill/>
          <a:ln w="9525">
            <a:noFill/>
            <a:miter lim="800000"/>
            <a:headEnd/>
            <a:tailEnd/>
          </a:ln>
        </p:spPr>
        <p:txBody>
          <a:bodyPr>
            <a:spAutoFit/>
          </a:bodyPr>
          <a:lstStyle/>
          <a:p>
            <a:r>
              <a:rPr lang="es-CL" b="1"/>
              <a:t>tienda_info</a:t>
            </a:r>
          </a:p>
        </p:txBody>
      </p:sp>
      <p:sp>
        <p:nvSpPr>
          <p:cNvPr id="8" name="7 Rectángulo"/>
          <p:cNvSpPr/>
          <p:nvPr/>
        </p:nvSpPr>
        <p:spPr>
          <a:xfrm>
            <a:off x="428625" y="4572000"/>
            <a:ext cx="4572000" cy="1323439"/>
          </a:xfrm>
          <a:prstGeom prst="rect">
            <a:avLst/>
          </a:prstGeom>
          <a:solidFill>
            <a:srgbClr val="92D050">
              <a:alpha val="80000"/>
            </a:srgbClr>
          </a:solidFill>
          <a:ln w="25400">
            <a:solidFill>
              <a:schemeClr val="tx1"/>
            </a:solidFill>
            <a:prstDash val="dash"/>
          </a:ln>
        </p:spPr>
        <p:txBody>
          <a:bodyPr>
            <a:spAutoFit/>
          </a:bodyPr>
          <a:lstStyle/>
          <a:p>
            <a:pPr>
              <a:defRPr/>
            </a:pPr>
            <a:r>
              <a:rPr lang="en-US" sz="2000" b="1" u="sng" dirty="0">
                <a:latin typeface="+mj-lt"/>
              </a:rPr>
              <a:t>CONSULTA</a:t>
            </a:r>
          </a:p>
          <a:p>
            <a:pPr>
              <a:defRPr/>
            </a:pPr>
            <a:r>
              <a:rPr lang="en-US" sz="2000" b="1" dirty="0">
                <a:latin typeface="+mj-lt"/>
              </a:rPr>
              <a:t>SELECT </a:t>
            </a:r>
            <a:r>
              <a:rPr lang="en-US" sz="2000" b="1" dirty="0" err="1">
                <a:latin typeface="+mj-lt"/>
              </a:rPr>
              <a:t>nombre_tienda</a:t>
            </a:r>
            <a:r>
              <a:rPr lang="en-US" sz="2000" b="1" dirty="0">
                <a:latin typeface="+mj-lt"/>
              </a:rPr>
              <a:t>, SUM(</a:t>
            </a:r>
            <a:r>
              <a:rPr lang="en-US" sz="2000" b="1" dirty="0" err="1">
                <a:latin typeface="+mj-lt"/>
              </a:rPr>
              <a:t>ventas</a:t>
            </a:r>
            <a:r>
              <a:rPr lang="en-US" sz="2000" b="1" dirty="0">
                <a:latin typeface="+mj-lt"/>
              </a:rPr>
              <a:t>)</a:t>
            </a:r>
            <a:br>
              <a:rPr lang="en-US" sz="2000" b="1" dirty="0">
                <a:latin typeface="+mj-lt"/>
              </a:rPr>
            </a:br>
            <a:r>
              <a:rPr lang="en-US" sz="2000" b="1" dirty="0">
                <a:latin typeface="+mj-lt"/>
              </a:rPr>
              <a:t>FROM </a:t>
            </a:r>
            <a:r>
              <a:rPr lang="en-US" sz="2000" b="1" dirty="0" err="1">
                <a:latin typeface="+mj-lt"/>
              </a:rPr>
              <a:t>tienda_info</a:t>
            </a:r>
            <a:br>
              <a:rPr lang="en-US" sz="2000" b="1" dirty="0">
                <a:latin typeface="+mj-lt"/>
              </a:rPr>
            </a:br>
            <a:r>
              <a:rPr lang="en-US" sz="2000" b="1" dirty="0">
                <a:latin typeface="+mj-lt"/>
              </a:rPr>
              <a:t>GROUP BY </a:t>
            </a:r>
            <a:r>
              <a:rPr lang="en-US" sz="2000" b="1" dirty="0" err="1">
                <a:latin typeface="+mj-lt"/>
              </a:rPr>
              <a:t>nombre_tienda</a:t>
            </a:r>
            <a:endParaRPr lang="es-CL" sz="2000" dirty="0">
              <a:latin typeface="+mj-lt"/>
            </a:endParaRPr>
          </a:p>
        </p:txBody>
      </p:sp>
      <p:sp>
        <p:nvSpPr>
          <p:cNvPr id="9" name="8 CuadroTexto"/>
          <p:cNvSpPr txBox="1"/>
          <p:nvPr/>
        </p:nvSpPr>
        <p:spPr>
          <a:xfrm>
            <a:off x="5572125" y="4357688"/>
            <a:ext cx="3286125" cy="1754326"/>
          </a:xfrm>
          <a:prstGeom prst="rect">
            <a:avLst/>
          </a:prstGeom>
          <a:solidFill>
            <a:schemeClr val="tx2">
              <a:lumMod val="60000"/>
              <a:lumOff val="40000"/>
              <a:alpha val="60000"/>
            </a:schemeClr>
          </a:solidFill>
          <a:ln w="25400">
            <a:solidFill>
              <a:schemeClr val="tx1"/>
            </a:solidFill>
            <a:prstDash val="dash"/>
          </a:ln>
        </p:spPr>
        <p:txBody>
          <a:bodyPr>
            <a:spAutoFit/>
          </a:bodyPr>
          <a:lstStyle/>
          <a:p>
            <a:pPr>
              <a:defRPr/>
            </a:pPr>
            <a:r>
              <a:rPr lang="es-CL" sz="2000" b="1" u="sng" dirty="0">
                <a:latin typeface="+mj-lt"/>
              </a:rPr>
              <a:t>RESULTADO</a:t>
            </a:r>
          </a:p>
          <a:p>
            <a:pPr>
              <a:defRPr/>
            </a:pPr>
            <a:r>
              <a:rPr lang="es-CL" sz="2000" b="1" dirty="0">
                <a:latin typeface="+mj-lt"/>
              </a:rPr>
              <a:t>Valdivia		1800</a:t>
            </a:r>
          </a:p>
          <a:p>
            <a:pPr>
              <a:defRPr/>
            </a:pPr>
            <a:r>
              <a:rPr lang="es-CL" sz="2000" b="1" dirty="0">
                <a:latin typeface="+mj-lt"/>
              </a:rPr>
              <a:t>Temuco		250</a:t>
            </a:r>
          </a:p>
          <a:p>
            <a:pPr>
              <a:defRPr/>
            </a:pPr>
            <a:r>
              <a:rPr lang="es-CL" sz="2000" b="1" dirty="0">
                <a:latin typeface="+mj-lt"/>
              </a:rPr>
              <a:t>Osorno		700</a:t>
            </a:r>
          </a:p>
          <a:p>
            <a:pPr>
              <a:defRPr/>
            </a:pPr>
            <a:endParaRPr lang="es-CL" sz="2800" b="1" dirty="0">
              <a:latin typeface="+mj-l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1 Título"/>
          <p:cNvSpPr>
            <a:spLocks noGrp="1"/>
          </p:cNvSpPr>
          <p:nvPr>
            <p:ph type="title"/>
          </p:nvPr>
        </p:nvSpPr>
        <p:spPr/>
        <p:txBody>
          <a:bodyPr/>
          <a:lstStyle/>
          <a:p>
            <a:pPr eaLnBrk="1" hangingPunct="1"/>
            <a:r>
              <a:rPr lang="es-ES" sz="5400"/>
              <a:t>HAVING</a:t>
            </a:r>
          </a:p>
        </p:txBody>
      </p:sp>
      <p:sp>
        <p:nvSpPr>
          <p:cNvPr id="4" name="3 Rectángulo"/>
          <p:cNvSpPr/>
          <p:nvPr/>
        </p:nvSpPr>
        <p:spPr>
          <a:xfrm>
            <a:off x="428625" y="1214438"/>
            <a:ext cx="8429625" cy="3754437"/>
          </a:xfrm>
          <a:prstGeom prst="rect">
            <a:avLst/>
          </a:prstGeom>
        </p:spPr>
        <p:txBody>
          <a:bodyPr>
            <a:spAutoFit/>
          </a:bodyPr>
          <a:lstStyle/>
          <a:p>
            <a:pPr algn="just">
              <a:defRPr/>
            </a:pPr>
            <a:r>
              <a:rPr lang="es-CL" sz="3400" dirty="0">
                <a:latin typeface="+mj-lt"/>
              </a:rPr>
              <a:t>Especifica una condición de búsqueda para un grupo o agregado. HAVING sólo se puede utilizar con la instrucción SELECT. Normalmente, HAVING se utiliza en una cláusula GROUP BY. Cuando no se utiliza GROUP BY, HAVING se comporta como una cláusula WHERE. </a:t>
            </a:r>
          </a:p>
        </p:txBody>
      </p:sp>
      <p:sp>
        <p:nvSpPr>
          <p:cNvPr id="19461" name="4 CuadroTexto"/>
          <p:cNvSpPr txBox="1">
            <a:spLocks noChangeArrowheads="1"/>
          </p:cNvSpPr>
          <p:nvPr/>
        </p:nvSpPr>
        <p:spPr bwMode="auto">
          <a:xfrm>
            <a:off x="1000125" y="4826000"/>
            <a:ext cx="7429500" cy="2032000"/>
          </a:xfrm>
          <a:prstGeom prst="rect">
            <a:avLst/>
          </a:prstGeom>
          <a:solidFill>
            <a:srgbClr val="FFC000">
              <a:alpha val="54901"/>
            </a:srgbClr>
          </a:solidFill>
          <a:ln w="25400">
            <a:solidFill>
              <a:schemeClr val="tx1"/>
            </a:solidFill>
            <a:prstDash val="dash"/>
            <a:miter lim="800000"/>
            <a:headEnd/>
            <a:tailEnd/>
          </a:ln>
        </p:spPr>
        <p:txBody>
          <a:bodyPr>
            <a:spAutoFit/>
          </a:bodyPr>
          <a:lstStyle/>
          <a:p>
            <a:r>
              <a:rPr lang="es-CL"/>
              <a:t>Ejemplo:</a:t>
            </a:r>
          </a:p>
          <a:p>
            <a:endParaRPr lang="es-CL"/>
          </a:p>
          <a:p>
            <a:r>
              <a:rPr lang="en-US" b="1"/>
              <a:t>SELECT </a:t>
            </a:r>
            <a:r>
              <a:rPr lang="en-US" b="1" i="1"/>
              <a:t>nombre_columna1, SUM(nombre_columna2)</a:t>
            </a:r>
          </a:p>
          <a:p>
            <a:r>
              <a:rPr lang="en-US" b="1"/>
              <a:t>FROM </a:t>
            </a:r>
            <a:r>
              <a:rPr lang="en-US" b="1" i="1"/>
              <a:t>nombre_tabla</a:t>
            </a:r>
          </a:p>
          <a:p>
            <a:r>
              <a:rPr lang="es-CL" b="1"/>
              <a:t>[ GROUP BY nombre_columna1 ]</a:t>
            </a:r>
            <a:endParaRPr lang="en-US" b="1" i="1"/>
          </a:p>
          <a:p>
            <a:r>
              <a:rPr lang="en-US" b="1"/>
              <a:t>HAVING </a:t>
            </a:r>
            <a:r>
              <a:rPr lang="es-CL" b="1" i="1"/>
              <a:t>(condición de función aritmética)</a:t>
            </a:r>
            <a:br>
              <a:rPr lang="en-US" b="1"/>
            </a:br>
            <a:endParaRPr lang="es-CL"/>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1 Título"/>
          <p:cNvSpPr>
            <a:spLocks noGrp="1"/>
          </p:cNvSpPr>
          <p:nvPr>
            <p:ph type="title"/>
          </p:nvPr>
        </p:nvSpPr>
        <p:spPr/>
        <p:txBody>
          <a:bodyPr/>
          <a:lstStyle/>
          <a:p>
            <a:pPr eaLnBrk="1" hangingPunct="1"/>
            <a:r>
              <a:rPr lang="es-ES" sz="5400"/>
              <a:t>HAVING: Ejemplo</a:t>
            </a:r>
          </a:p>
        </p:txBody>
      </p:sp>
      <p:graphicFrame>
        <p:nvGraphicFramePr>
          <p:cNvPr id="5" name="4 Tabla"/>
          <p:cNvGraphicFramePr>
            <a:graphicFrameLocks noGrp="1"/>
          </p:cNvGraphicFramePr>
          <p:nvPr/>
        </p:nvGraphicFramePr>
        <p:xfrm>
          <a:off x="1071563" y="1857375"/>
          <a:ext cx="4606925" cy="1854200"/>
        </p:xfrm>
        <a:graphic>
          <a:graphicData uri="http://schemas.openxmlformats.org/drawingml/2006/table">
            <a:tbl>
              <a:tblPr firstRow="1" bandRow="1">
                <a:tableStyleId>{5C22544A-7EE6-4342-B048-85BDC9FD1C3A}</a:tableStyleId>
              </a:tblPr>
              <a:tblGrid>
                <a:gridCol w="1857593">
                  <a:extLst>
                    <a:ext uri="{9D8B030D-6E8A-4147-A177-3AD203B41FA5}">
                      <a16:colId xmlns:a16="http://schemas.microsoft.com/office/drawing/2014/main" val="20000"/>
                    </a:ext>
                  </a:extLst>
                </a:gridCol>
                <a:gridCol w="1286026">
                  <a:extLst>
                    <a:ext uri="{9D8B030D-6E8A-4147-A177-3AD203B41FA5}">
                      <a16:colId xmlns:a16="http://schemas.microsoft.com/office/drawing/2014/main" val="20001"/>
                    </a:ext>
                  </a:extLst>
                </a:gridCol>
                <a:gridCol w="1463306">
                  <a:extLst>
                    <a:ext uri="{9D8B030D-6E8A-4147-A177-3AD203B41FA5}">
                      <a16:colId xmlns:a16="http://schemas.microsoft.com/office/drawing/2014/main" val="20002"/>
                    </a:ext>
                  </a:extLst>
                </a:gridCol>
              </a:tblGrid>
              <a:tr h="370840">
                <a:tc>
                  <a:txBody>
                    <a:bodyPr/>
                    <a:lstStyle/>
                    <a:p>
                      <a:pPr algn="ctr"/>
                      <a:r>
                        <a:rPr lang="es-CL" dirty="0" err="1"/>
                        <a:t>nombre_tienda</a:t>
                      </a:r>
                      <a:endParaRPr lang="es-CL" dirty="0"/>
                    </a:p>
                  </a:txBody>
                  <a:tcPr marL="91450" marR="91450">
                    <a:solidFill>
                      <a:schemeClr val="tx2">
                        <a:lumMod val="50000"/>
                      </a:schemeClr>
                    </a:solidFill>
                  </a:tcPr>
                </a:tc>
                <a:tc>
                  <a:txBody>
                    <a:bodyPr/>
                    <a:lstStyle/>
                    <a:p>
                      <a:pPr algn="ctr"/>
                      <a:r>
                        <a:rPr lang="es-CL" dirty="0"/>
                        <a:t>ventas</a:t>
                      </a:r>
                    </a:p>
                  </a:txBody>
                  <a:tcPr marL="91450" marR="91450">
                    <a:solidFill>
                      <a:schemeClr val="tx2">
                        <a:lumMod val="50000"/>
                      </a:schemeClr>
                    </a:solidFill>
                  </a:tcPr>
                </a:tc>
                <a:tc>
                  <a:txBody>
                    <a:bodyPr/>
                    <a:lstStyle/>
                    <a:p>
                      <a:pPr algn="ctr"/>
                      <a:r>
                        <a:rPr lang="es-CL" dirty="0"/>
                        <a:t>fecha</a:t>
                      </a:r>
                    </a:p>
                  </a:txBody>
                  <a:tcPr marL="91450" marR="91450">
                    <a:solidFill>
                      <a:schemeClr val="tx2">
                        <a:lumMod val="50000"/>
                      </a:schemeClr>
                    </a:solidFill>
                  </a:tcPr>
                </a:tc>
                <a:extLst>
                  <a:ext uri="{0D108BD9-81ED-4DB2-BD59-A6C34878D82A}">
                    <a16:rowId xmlns:a16="http://schemas.microsoft.com/office/drawing/2014/main" val="10000"/>
                  </a:ext>
                </a:extLst>
              </a:tr>
              <a:tr h="370840">
                <a:tc>
                  <a:txBody>
                    <a:bodyPr/>
                    <a:lstStyle/>
                    <a:p>
                      <a:pPr algn="ctr"/>
                      <a:r>
                        <a:rPr lang="es-CL" dirty="0"/>
                        <a:t>Valdivia</a:t>
                      </a:r>
                    </a:p>
                  </a:txBody>
                  <a:tcPr marL="91450" marR="91450">
                    <a:solidFill>
                      <a:schemeClr val="tx2">
                        <a:lumMod val="60000"/>
                        <a:lumOff val="40000"/>
                      </a:schemeClr>
                    </a:solidFill>
                  </a:tcPr>
                </a:tc>
                <a:tc>
                  <a:txBody>
                    <a:bodyPr/>
                    <a:lstStyle/>
                    <a:p>
                      <a:pPr algn="ctr"/>
                      <a:r>
                        <a:rPr lang="es-CL" dirty="0"/>
                        <a:t>1500</a:t>
                      </a:r>
                    </a:p>
                  </a:txBody>
                  <a:tcPr marL="91450" marR="91450">
                    <a:solidFill>
                      <a:schemeClr val="tx2">
                        <a:lumMod val="60000"/>
                        <a:lumOff val="40000"/>
                      </a:schemeClr>
                    </a:solidFill>
                  </a:tcPr>
                </a:tc>
                <a:tc>
                  <a:txBody>
                    <a:bodyPr/>
                    <a:lstStyle/>
                    <a:p>
                      <a:pPr algn="ctr"/>
                      <a:r>
                        <a:rPr lang="es-CL" dirty="0"/>
                        <a:t>05-jan-2010</a:t>
                      </a:r>
                    </a:p>
                  </a:txBody>
                  <a:tcPr marL="91450" marR="91450">
                    <a:solidFill>
                      <a:schemeClr val="tx2">
                        <a:lumMod val="60000"/>
                        <a:lumOff val="40000"/>
                      </a:schemeClr>
                    </a:solidFill>
                  </a:tcPr>
                </a:tc>
                <a:extLst>
                  <a:ext uri="{0D108BD9-81ED-4DB2-BD59-A6C34878D82A}">
                    <a16:rowId xmlns:a16="http://schemas.microsoft.com/office/drawing/2014/main" val="10001"/>
                  </a:ext>
                </a:extLst>
              </a:tr>
              <a:tr h="370840">
                <a:tc>
                  <a:txBody>
                    <a:bodyPr/>
                    <a:lstStyle/>
                    <a:p>
                      <a:pPr algn="ctr"/>
                      <a:r>
                        <a:rPr lang="es-CL" dirty="0"/>
                        <a:t>Temuco</a:t>
                      </a:r>
                    </a:p>
                  </a:txBody>
                  <a:tcPr marL="91450" marR="91450"/>
                </a:tc>
                <a:tc>
                  <a:txBody>
                    <a:bodyPr/>
                    <a:lstStyle/>
                    <a:p>
                      <a:pPr algn="ctr"/>
                      <a:r>
                        <a:rPr lang="es-CL" dirty="0"/>
                        <a:t>250</a:t>
                      </a:r>
                    </a:p>
                  </a:txBody>
                  <a:tcPr marL="91450" marR="9145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CL" dirty="0"/>
                        <a:t>07-jan-2010</a:t>
                      </a:r>
                    </a:p>
                  </a:txBody>
                  <a:tcPr marL="91450" marR="91450"/>
                </a:tc>
                <a:extLst>
                  <a:ext uri="{0D108BD9-81ED-4DB2-BD59-A6C34878D82A}">
                    <a16:rowId xmlns:a16="http://schemas.microsoft.com/office/drawing/2014/main" val="10002"/>
                  </a:ext>
                </a:extLst>
              </a:tr>
              <a:tr h="370840">
                <a:tc>
                  <a:txBody>
                    <a:bodyPr/>
                    <a:lstStyle/>
                    <a:p>
                      <a:pPr algn="ctr"/>
                      <a:r>
                        <a:rPr lang="es-CL" dirty="0"/>
                        <a:t>Valdivia</a:t>
                      </a:r>
                    </a:p>
                  </a:txBody>
                  <a:tcPr marL="91450" marR="91450">
                    <a:solidFill>
                      <a:schemeClr val="tx2">
                        <a:lumMod val="60000"/>
                        <a:lumOff val="40000"/>
                      </a:schemeClr>
                    </a:solidFill>
                  </a:tcPr>
                </a:tc>
                <a:tc>
                  <a:txBody>
                    <a:bodyPr/>
                    <a:lstStyle/>
                    <a:p>
                      <a:pPr algn="ctr"/>
                      <a:r>
                        <a:rPr lang="es-CL" dirty="0"/>
                        <a:t>300</a:t>
                      </a:r>
                    </a:p>
                  </a:txBody>
                  <a:tcPr marL="91450" marR="91450">
                    <a:solidFill>
                      <a:schemeClr val="tx2">
                        <a:lumMod val="60000"/>
                        <a:lumOff val="4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CL" dirty="0"/>
                        <a:t>08-jan-2010</a:t>
                      </a:r>
                    </a:p>
                  </a:txBody>
                  <a:tcPr marL="91450" marR="91450">
                    <a:solidFill>
                      <a:schemeClr val="tx2">
                        <a:lumMod val="60000"/>
                        <a:lumOff val="40000"/>
                      </a:schemeClr>
                    </a:solidFill>
                  </a:tcPr>
                </a:tc>
                <a:extLst>
                  <a:ext uri="{0D108BD9-81ED-4DB2-BD59-A6C34878D82A}">
                    <a16:rowId xmlns:a16="http://schemas.microsoft.com/office/drawing/2014/main" val="10003"/>
                  </a:ext>
                </a:extLst>
              </a:tr>
              <a:tr h="370840">
                <a:tc>
                  <a:txBody>
                    <a:bodyPr/>
                    <a:lstStyle/>
                    <a:p>
                      <a:pPr algn="ctr"/>
                      <a:r>
                        <a:rPr lang="es-CL" dirty="0"/>
                        <a:t>Osorno</a:t>
                      </a:r>
                    </a:p>
                  </a:txBody>
                  <a:tcPr marL="91450" marR="91450"/>
                </a:tc>
                <a:tc>
                  <a:txBody>
                    <a:bodyPr/>
                    <a:lstStyle/>
                    <a:p>
                      <a:pPr algn="ctr"/>
                      <a:r>
                        <a:rPr lang="es-CL" dirty="0"/>
                        <a:t>700</a:t>
                      </a:r>
                    </a:p>
                  </a:txBody>
                  <a:tcPr marL="91450" marR="9145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CL" dirty="0"/>
                        <a:t>08-jan-2010</a:t>
                      </a:r>
                    </a:p>
                  </a:txBody>
                  <a:tcPr marL="91450" marR="91450"/>
                </a:tc>
                <a:extLst>
                  <a:ext uri="{0D108BD9-81ED-4DB2-BD59-A6C34878D82A}">
                    <a16:rowId xmlns:a16="http://schemas.microsoft.com/office/drawing/2014/main" val="10004"/>
                  </a:ext>
                </a:extLst>
              </a:tr>
            </a:tbl>
          </a:graphicData>
        </a:graphic>
      </p:graphicFrame>
      <p:sp>
        <p:nvSpPr>
          <p:cNvPr id="20510" name="5 CuadroTexto"/>
          <p:cNvSpPr txBox="1">
            <a:spLocks noChangeArrowheads="1"/>
          </p:cNvSpPr>
          <p:nvPr/>
        </p:nvSpPr>
        <p:spPr bwMode="auto">
          <a:xfrm>
            <a:off x="1071563" y="1500188"/>
            <a:ext cx="3286125" cy="369887"/>
          </a:xfrm>
          <a:prstGeom prst="rect">
            <a:avLst/>
          </a:prstGeom>
          <a:noFill/>
          <a:ln w="9525">
            <a:noFill/>
            <a:miter lim="800000"/>
            <a:headEnd/>
            <a:tailEnd/>
          </a:ln>
        </p:spPr>
        <p:txBody>
          <a:bodyPr>
            <a:spAutoFit/>
          </a:bodyPr>
          <a:lstStyle/>
          <a:p>
            <a:r>
              <a:rPr lang="es-CL" b="1"/>
              <a:t>tienda_info</a:t>
            </a:r>
          </a:p>
        </p:txBody>
      </p:sp>
      <p:sp>
        <p:nvSpPr>
          <p:cNvPr id="7" name="6 Rectángulo"/>
          <p:cNvSpPr/>
          <p:nvPr/>
        </p:nvSpPr>
        <p:spPr>
          <a:xfrm>
            <a:off x="500063" y="4286250"/>
            <a:ext cx="4572000" cy="1631216"/>
          </a:xfrm>
          <a:prstGeom prst="rect">
            <a:avLst/>
          </a:prstGeom>
          <a:solidFill>
            <a:srgbClr val="92D050"/>
          </a:solidFill>
          <a:ln w="25400">
            <a:solidFill>
              <a:schemeClr val="tx1"/>
            </a:solidFill>
            <a:prstDash val="dash"/>
          </a:ln>
        </p:spPr>
        <p:txBody>
          <a:bodyPr>
            <a:spAutoFit/>
          </a:bodyPr>
          <a:lstStyle/>
          <a:p>
            <a:pPr>
              <a:defRPr/>
            </a:pPr>
            <a:r>
              <a:rPr lang="en-US" sz="2000" b="1" u="sng" dirty="0">
                <a:latin typeface="+mj-lt"/>
              </a:rPr>
              <a:t>CONSULTA</a:t>
            </a:r>
          </a:p>
          <a:p>
            <a:pPr>
              <a:defRPr/>
            </a:pPr>
            <a:r>
              <a:rPr lang="en-US" sz="2000" b="1" dirty="0">
                <a:latin typeface="+mj-lt"/>
              </a:rPr>
              <a:t>SELECT </a:t>
            </a:r>
            <a:r>
              <a:rPr lang="en-US" sz="2000" b="1" dirty="0" err="1">
                <a:latin typeface="+mj-lt"/>
              </a:rPr>
              <a:t>nombre_tienda</a:t>
            </a:r>
            <a:r>
              <a:rPr lang="en-US" sz="2000" b="1" dirty="0">
                <a:latin typeface="+mj-lt"/>
              </a:rPr>
              <a:t>, SUM(</a:t>
            </a:r>
            <a:r>
              <a:rPr lang="en-US" sz="2000" b="1" dirty="0" err="1">
                <a:latin typeface="+mj-lt"/>
              </a:rPr>
              <a:t>ventas</a:t>
            </a:r>
            <a:r>
              <a:rPr lang="en-US" sz="2000" b="1" dirty="0">
                <a:latin typeface="+mj-lt"/>
              </a:rPr>
              <a:t>)</a:t>
            </a:r>
            <a:br>
              <a:rPr lang="en-US" sz="2000" b="1" dirty="0">
                <a:latin typeface="+mj-lt"/>
              </a:rPr>
            </a:br>
            <a:r>
              <a:rPr lang="en-US" sz="2000" b="1" dirty="0">
                <a:latin typeface="+mj-lt"/>
              </a:rPr>
              <a:t>FROM </a:t>
            </a:r>
            <a:r>
              <a:rPr lang="en-US" sz="2000" b="1" dirty="0" err="1">
                <a:latin typeface="+mj-lt"/>
              </a:rPr>
              <a:t>tienda_info</a:t>
            </a:r>
            <a:endParaRPr lang="en-US" sz="2000" b="1" dirty="0">
              <a:latin typeface="+mj-lt"/>
            </a:endParaRPr>
          </a:p>
          <a:p>
            <a:pPr>
              <a:defRPr/>
            </a:pPr>
            <a:r>
              <a:rPr lang="en-US" sz="2000" b="1" dirty="0">
                <a:latin typeface="+mj-lt"/>
              </a:rPr>
              <a:t>GROUP BY </a:t>
            </a:r>
            <a:r>
              <a:rPr lang="en-US" sz="2000" b="1" dirty="0" err="1">
                <a:latin typeface="+mj-lt"/>
              </a:rPr>
              <a:t>nombre_tienda</a:t>
            </a:r>
            <a:br>
              <a:rPr lang="en-US" sz="2000" b="1" dirty="0">
                <a:latin typeface="+mj-lt"/>
              </a:rPr>
            </a:br>
            <a:r>
              <a:rPr lang="en-US" sz="2000" b="1" dirty="0">
                <a:latin typeface="+mj-lt"/>
              </a:rPr>
              <a:t>HAVING SUM(</a:t>
            </a:r>
            <a:r>
              <a:rPr lang="en-US" sz="2000" b="1" dirty="0" err="1">
                <a:latin typeface="+mj-lt"/>
              </a:rPr>
              <a:t>ventas</a:t>
            </a:r>
            <a:r>
              <a:rPr lang="en-US" sz="2000" b="1" dirty="0">
                <a:latin typeface="+mj-lt"/>
              </a:rPr>
              <a:t>) &gt; 1500</a:t>
            </a:r>
            <a:endParaRPr lang="es-CL" sz="2000" dirty="0">
              <a:latin typeface="+mj-lt"/>
            </a:endParaRPr>
          </a:p>
        </p:txBody>
      </p:sp>
      <p:sp>
        <p:nvSpPr>
          <p:cNvPr id="8" name="7 CuadroTexto"/>
          <p:cNvSpPr txBox="1"/>
          <p:nvPr/>
        </p:nvSpPr>
        <p:spPr>
          <a:xfrm>
            <a:off x="6000750" y="4357688"/>
            <a:ext cx="2714625" cy="1292225"/>
          </a:xfrm>
          <a:prstGeom prst="rect">
            <a:avLst/>
          </a:prstGeom>
          <a:solidFill>
            <a:srgbClr val="00B0F0">
              <a:alpha val="48000"/>
            </a:srgbClr>
          </a:solidFill>
          <a:ln w="25400">
            <a:solidFill>
              <a:schemeClr val="tx1"/>
            </a:solidFill>
            <a:prstDash val="dash"/>
          </a:ln>
        </p:spPr>
        <p:txBody>
          <a:bodyPr>
            <a:spAutoFit/>
          </a:bodyPr>
          <a:lstStyle/>
          <a:p>
            <a:pPr>
              <a:defRPr/>
            </a:pPr>
            <a:r>
              <a:rPr lang="es-CL" sz="2800" b="1" u="sng" dirty="0">
                <a:latin typeface="+mj-lt"/>
              </a:rPr>
              <a:t>RESULTADO</a:t>
            </a:r>
          </a:p>
          <a:p>
            <a:pPr>
              <a:defRPr/>
            </a:pPr>
            <a:r>
              <a:rPr lang="es-CL" sz="2200" b="1" dirty="0">
                <a:latin typeface="+mj-lt"/>
              </a:rPr>
              <a:t>Valdivia		1800</a:t>
            </a:r>
          </a:p>
          <a:p>
            <a:pPr>
              <a:defRPr/>
            </a:pPr>
            <a:endParaRPr lang="es-CL" sz="2800" b="1" dirty="0">
              <a:latin typeface="+mj-l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1 Título"/>
          <p:cNvSpPr>
            <a:spLocks noGrp="1"/>
          </p:cNvSpPr>
          <p:nvPr>
            <p:ph type="title"/>
          </p:nvPr>
        </p:nvSpPr>
        <p:spPr/>
        <p:txBody>
          <a:bodyPr/>
          <a:lstStyle/>
          <a:p>
            <a:pPr eaLnBrk="1" hangingPunct="1"/>
            <a:r>
              <a:rPr lang="es-ES" sz="5400"/>
              <a:t>ORDER BY</a:t>
            </a:r>
          </a:p>
        </p:txBody>
      </p:sp>
      <p:sp>
        <p:nvSpPr>
          <p:cNvPr id="4" name="3 Rectángulo"/>
          <p:cNvSpPr/>
          <p:nvPr/>
        </p:nvSpPr>
        <p:spPr>
          <a:xfrm>
            <a:off x="214313" y="1428750"/>
            <a:ext cx="8501062" cy="2708275"/>
          </a:xfrm>
          <a:prstGeom prst="rect">
            <a:avLst/>
          </a:prstGeom>
        </p:spPr>
        <p:txBody>
          <a:bodyPr>
            <a:spAutoFit/>
          </a:bodyPr>
          <a:lstStyle/>
          <a:p>
            <a:pPr algn="just">
              <a:defRPr/>
            </a:pPr>
            <a:r>
              <a:rPr lang="es-CL" sz="3400" dirty="0">
                <a:latin typeface="+mj-lt"/>
              </a:rPr>
              <a:t>Especifica el orden utilizado en las columnas devueltas en una instrucción SELECT. La cláusula ORDER BY no es válida en vistas, funciones insertadas, tablas derivadas ni </a:t>
            </a:r>
            <a:r>
              <a:rPr lang="es-CL" sz="3400" dirty="0" err="1">
                <a:latin typeface="+mj-lt"/>
              </a:rPr>
              <a:t>subconsultas</a:t>
            </a:r>
            <a:r>
              <a:rPr lang="es-CL" sz="3400" dirty="0">
                <a:latin typeface="+mj-lt"/>
              </a:rPr>
              <a:t>.</a:t>
            </a:r>
          </a:p>
        </p:txBody>
      </p:sp>
      <p:sp>
        <p:nvSpPr>
          <p:cNvPr id="21509" name="4 CuadroTexto"/>
          <p:cNvSpPr txBox="1">
            <a:spLocks noChangeArrowheads="1"/>
          </p:cNvSpPr>
          <p:nvPr/>
        </p:nvSpPr>
        <p:spPr bwMode="auto">
          <a:xfrm>
            <a:off x="642938" y="4286250"/>
            <a:ext cx="7429500" cy="2032000"/>
          </a:xfrm>
          <a:prstGeom prst="rect">
            <a:avLst/>
          </a:prstGeom>
          <a:solidFill>
            <a:srgbClr val="FFC000">
              <a:alpha val="54901"/>
            </a:srgbClr>
          </a:solidFill>
          <a:ln w="25400">
            <a:solidFill>
              <a:schemeClr val="tx1"/>
            </a:solidFill>
            <a:prstDash val="dash"/>
            <a:miter lim="800000"/>
            <a:headEnd/>
            <a:tailEnd/>
          </a:ln>
        </p:spPr>
        <p:txBody>
          <a:bodyPr>
            <a:spAutoFit/>
          </a:bodyPr>
          <a:lstStyle/>
          <a:p>
            <a:r>
              <a:rPr lang="es-CL"/>
              <a:t>Ejemplo:</a:t>
            </a:r>
          </a:p>
          <a:p>
            <a:endParaRPr lang="es-CL"/>
          </a:p>
          <a:p>
            <a:r>
              <a:rPr lang="en-US" b="1"/>
              <a:t>SELECT </a:t>
            </a:r>
            <a:r>
              <a:rPr lang="en-US" b="1" i="1"/>
              <a:t>nombre_columna1, nombre_columna2</a:t>
            </a:r>
          </a:p>
          <a:p>
            <a:r>
              <a:rPr lang="en-US" b="1"/>
              <a:t>FROM </a:t>
            </a:r>
            <a:r>
              <a:rPr lang="en-US" b="1" i="1"/>
              <a:t>nombre_tabla</a:t>
            </a:r>
          </a:p>
          <a:p>
            <a:r>
              <a:rPr lang="es-CL" b="1"/>
              <a:t>[ </a:t>
            </a:r>
            <a:r>
              <a:rPr lang="en-US" b="1"/>
              <a:t>WHERE </a:t>
            </a:r>
            <a:r>
              <a:rPr lang="en-US" b="1" i="1"/>
              <a:t>condicion</a:t>
            </a:r>
            <a:r>
              <a:rPr lang="es-CL" b="1"/>
              <a:t>]</a:t>
            </a:r>
            <a:endParaRPr lang="en-US" b="1" i="1"/>
          </a:p>
          <a:p>
            <a:r>
              <a:rPr lang="en-US" b="1"/>
              <a:t>ORDER BY </a:t>
            </a:r>
            <a:r>
              <a:rPr lang="en-US" b="1" i="1"/>
              <a:t>nombre_columna1 </a:t>
            </a:r>
            <a:r>
              <a:rPr lang="es-CL" b="1"/>
              <a:t>[</a:t>
            </a:r>
            <a:r>
              <a:rPr lang="en-US" b="1" i="1"/>
              <a:t>ASC, DESC</a:t>
            </a:r>
            <a:r>
              <a:rPr lang="es-CL" b="1"/>
              <a:t>]</a:t>
            </a:r>
            <a:br>
              <a:rPr lang="en-US" b="1"/>
            </a:br>
            <a:endParaRPr lang="es-CL"/>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1 Título"/>
          <p:cNvSpPr>
            <a:spLocks noGrp="1"/>
          </p:cNvSpPr>
          <p:nvPr>
            <p:ph type="title"/>
          </p:nvPr>
        </p:nvSpPr>
        <p:spPr/>
        <p:txBody>
          <a:bodyPr/>
          <a:lstStyle/>
          <a:p>
            <a:pPr eaLnBrk="1" hangingPunct="1"/>
            <a:r>
              <a:rPr lang="es-ES" sz="5400"/>
              <a:t>ORDER BY: Ejemplo</a:t>
            </a:r>
          </a:p>
        </p:txBody>
      </p:sp>
      <p:graphicFrame>
        <p:nvGraphicFramePr>
          <p:cNvPr id="6" name="5 Tabla"/>
          <p:cNvGraphicFramePr>
            <a:graphicFrameLocks noGrp="1"/>
          </p:cNvGraphicFramePr>
          <p:nvPr/>
        </p:nvGraphicFramePr>
        <p:xfrm>
          <a:off x="1071563" y="1857375"/>
          <a:ext cx="4606925" cy="1854200"/>
        </p:xfrm>
        <a:graphic>
          <a:graphicData uri="http://schemas.openxmlformats.org/drawingml/2006/table">
            <a:tbl>
              <a:tblPr firstRow="1" bandRow="1">
                <a:tableStyleId>{5C22544A-7EE6-4342-B048-85BDC9FD1C3A}</a:tableStyleId>
              </a:tblPr>
              <a:tblGrid>
                <a:gridCol w="1857593">
                  <a:extLst>
                    <a:ext uri="{9D8B030D-6E8A-4147-A177-3AD203B41FA5}">
                      <a16:colId xmlns:a16="http://schemas.microsoft.com/office/drawing/2014/main" val="20000"/>
                    </a:ext>
                  </a:extLst>
                </a:gridCol>
                <a:gridCol w="1286026">
                  <a:extLst>
                    <a:ext uri="{9D8B030D-6E8A-4147-A177-3AD203B41FA5}">
                      <a16:colId xmlns:a16="http://schemas.microsoft.com/office/drawing/2014/main" val="20001"/>
                    </a:ext>
                  </a:extLst>
                </a:gridCol>
                <a:gridCol w="1463306">
                  <a:extLst>
                    <a:ext uri="{9D8B030D-6E8A-4147-A177-3AD203B41FA5}">
                      <a16:colId xmlns:a16="http://schemas.microsoft.com/office/drawing/2014/main" val="20002"/>
                    </a:ext>
                  </a:extLst>
                </a:gridCol>
              </a:tblGrid>
              <a:tr h="370840">
                <a:tc>
                  <a:txBody>
                    <a:bodyPr/>
                    <a:lstStyle/>
                    <a:p>
                      <a:pPr algn="ctr"/>
                      <a:r>
                        <a:rPr lang="es-CL" dirty="0" err="1"/>
                        <a:t>nombre_tienda</a:t>
                      </a:r>
                      <a:endParaRPr lang="es-CL" dirty="0"/>
                    </a:p>
                  </a:txBody>
                  <a:tcPr marL="91450" marR="91450">
                    <a:solidFill>
                      <a:schemeClr val="tx2">
                        <a:lumMod val="50000"/>
                      </a:schemeClr>
                    </a:solidFill>
                  </a:tcPr>
                </a:tc>
                <a:tc>
                  <a:txBody>
                    <a:bodyPr/>
                    <a:lstStyle/>
                    <a:p>
                      <a:pPr algn="ctr"/>
                      <a:r>
                        <a:rPr lang="es-CL" dirty="0"/>
                        <a:t>ventas</a:t>
                      </a:r>
                    </a:p>
                  </a:txBody>
                  <a:tcPr marL="91450" marR="91450">
                    <a:solidFill>
                      <a:schemeClr val="tx2">
                        <a:lumMod val="50000"/>
                      </a:schemeClr>
                    </a:solidFill>
                  </a:tcPr>
                </a:tc>
                <a:tc>
                  <a:txBody>
                    <a:bodyPr/>
                    <a:lstStyle/>
                    <a:p>
                      <a:pPr algn="ctr"/>
                      <a:r>
                        <a:rPr lang="es-CL" dirty="0"/>
                        <a:t>fecha</a:t>
                      </a:r>
                    </a:p>
                  </a:txBody>
                  <a:tcPr marL="91450" marR="91450">
                    <a:solidFill>
                      <a:schemeClr val="tx2">
                        <a:lumMod val="50000"/>
                      </a:schemeClr>
                    </a:solidFill>
                  </a:tcPr>
                </a:tc>
                <a:extLst>
                  <a:ext uri="{0D108BD9-81ED-4DB2-BD59-A6C34878D82A}">
                    <a16:rowId xmlns:a16="http://schemas.microsoft.com/office/drawing/2014/main" val="10000"/>
                  </a:ext>
                </a:extLst>
              </a:tr>
              <a:tr h="370840">
                <a:tc>
                  <a:txBody>
                    <a:bodyPr/>
                    <a:lstStyle/>
                    <a:p>
                      <a:pPr algn="ctr"/>
                      <a:r>
                        <a:rPr lang="es-CL" dirty="0"/>
                        <a:t>Valdivia</a:t>
                      </a:r>
                    </a:p>
                  </a:txBody>
                  <a:tcPr marL="91450" marR="91450">
                    <a:solidFill>
                      <a:schemeClr val="tx2">
                        <a:lumMod val="60000"/>
                        <a:lumOff val="40000"/>
                      </a:schemeClr>
                    </a:solidFill>
                  </a:tcPr>
                </a:tc>
                <a:tc>
                  <a:txBody>
                    <a:bodyPr/>
                    <a:lstStyle/>
                    <a:p>
                      <a:pPr algn="ctr"/>
                      <a:r>
                        <a:rPr lang="es-CL" dirty="0"/>
                        <a:t>1500</a:t>
                      </a:r>
                    </a:p>
                  </a:txBody>
                  <a:tcPr marL="91450" marR="91450">
                    <a:solidFill>
                      <a:schemeClr val="tx2">
                        <a:lumMod val="60000"/>
                        <a:lumOff val="40000"/>
                      </a:schemeClr>
                    </a:solidFill>
                  </a:tcPr>
                </a:tc>
                <a:tc>
                  <a:txBody>
                    <a:bodyPr/>
                    <a:lstStyle/>
                    <a:p>
                      <a:pPr algn="ctr"/>
                      <a:r>
                        <a:rPr lang="es-CL" dirty="0"/>
                        <a:t>05-jan-2010</a:t>
                      </a:r>
                    </a:p>
                  </a:txBody>
                  <a:tcPr marL="91450" marR="91450">
                    <a:solidFill>
                      <a:schemeClr val="tx2">
                        <a:lumMod val="60000"/>
                        <a:lumOff val="40000"/>
                      </a:schemeClr>
                    </a:solidFill>
                  </a:tcPr>
                </a:tc>
                <a:extLst>
                  <a:ext uri="{0D108BD9-81ED-4DB2-BD59-A6C34878D82A}">
                    <a16:rowId xmlns:a16="http://schemas.microsoft.com/office/drawing/2014/main" val="10001"/>
                  </a:ext>
                </a:extLst>
              </a:tr>
              <a:tr h="370840">
                <a:tc>
                  <a:txBody>
                    <a:bodyPr/>
                    <a:lstStyle/>
                    <a:p>
                      <a:pPr algn="ctr"/>
                      <a:r>
                        <a:rPr lang="es-CL" dirty="0"/>
                        <a:t>Temuco</a:t>
                      </a:r>
                    </a:p>
                  </a:txBody>
                  <a:tcPr marL="91450" marR="91450"/>
                </a:tc>
                <a:tc>
                  <a:txBody>
                    <a:bodyPr/>
                    <a:lstStyle/>
                    <a:p>
                      <a:pPr algn="ctr"/>
                      <a:r>
                        <a:rPr lang="es-CL" dirty="0"/>
                        <a:t>250</a:t>
                      </a:r>
                    </a:p>
                  </a:txBody>
                  <a:tcPr marL="91450" marR="9145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CL" dirty="0"/>
                        <a:t>07-jan-2010</a:t>
                      </a:r>
                    </a:p>
                  </a:txBody>
                  <a:tcPr marL="91450" marR="91450"/>
                </a:tc>
                <a:extLst>
                  <a:ext uri="{0D108BD9-81ED-4DB2-BD59-A6C34878D82A}">
                    <a16:rowId xmlns:a16="http://schemas.microsoft.com/office/drawing/2014/main" val="10002"/>
                  </a:ext>
                </a:extLst>
              </a:tr>
              <a:tr h="370840">
                <a:tc>
                  <a:txBody>
                    <a:bodyPr/>
                    <a:lstStyle/>
                    <a:p>
                      <a:pPr algn="ctr"/>
                      <a:r>
                        <a:rPr lang="es-CL" dirty="0"/>
                        <a:t>Valdivia</a:t>
                      </a:r>
                    </a:p>
                  </a:txBody>
                  <a:tcPr marL="91450" marR="91450">
                    <a:solidFill>
                      <a:schemeClr val="tx2">
                        <a:lumMod val="60000"/>
                        <a:lumOff val="40000"/>
                      </a:schemeClr>
                    </a:solidFill>
                  </a:tcPr>
                </a:tc>
                <a:tc>
                  <a:txBody>
                    <a:bodyPr/>
                    <a:lstStyle/>
                    <a:p>
                      <a:pPr algn="ctr"/>
                      <a:r>
                        <a:rPr lang="es-CL" dirty="0"/>
                        <a:t>300</a:t>
                      </a:r>
                    </a:p>
                  </a:txBody>
                  <a:tcPr marL="91450" marR="91450">
                    <a:solidFill>
                      <a:schemeClr val="tx2">
                        <a:lumMod val="60000"/>
                        <a:lumOff val="4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CL" dirty="0"/>
                        <a:t>08-jan-2010</a:t>
                      </a:r>
                    </a:p>
                  </a:txBody>
                  <a:tcPr marL="91450" marR="91450">
                    <a:solidFill>
                      <a:schemeClr val="tx2">
                        <a:lumMod val="60000"/>
                        <a:lumOff val="40000"/>
                      </a:schemeClr>
                    </a:solidFill>
                  </a:tcPr>
                </a:tc>
                <a:extLst>
                  <a:ext uri="{0D108BD9-81ED-4DB2-BD59-A6C34878D82A}">
                    <a16:rowId xmlns:a16="http://schemas.microsoft.com/office/drawing/2014/main" val="10003"/>
                  </a:ext>
                </a:extLst>
              </a:tr>
              <a:tr h="370840">
                <a:tc>
                  <a:txBody>
                    <a:bodyPr/>
                    <a:lstStyle/>
                    <a:p>
                      <a:pPr algn="ctr"/>
                      <a:r>
                        <a:rPr lang="es-CL" dirty="0"/>
                        <a:t>Osorno</a:t>
                      </a:r>
                    </a:p>
                  </a:txBody>
                  <a:tcPr marL="91450" marR="91450"/>
                </a:tc>
                <a:tc>
                  <a:txBody>
                    <a:bodyPr/>
                    <a:lstStyle/>
                    <a:p>
                      <a:pPr algn="ctr"/>
                      <a:r>
                        <a:rPr lang="es-CL" dirty="0"/>
                        <a:t>700</a:t>
                      </a:r>
                    </a:p>
                  </a:txBody>
                  <a:tcPr marL="91450" marR="9145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CL" dirty="0"/>
                        <a:t>08-jan-2010</a:t>
                      </a:r>
                    </a:p>
                  </a:txBody>
                  <a:tcPr marL="91450" marR="91450"/>
                </a:tc>
                <a:extLst>
                  <a:ext uri="{0D108BD9-81ED-4DB2-BD59-A6C34878D82A}">
                    <a16:rowId xmlns:a16="http://schemas.microsoft.com/office/drawing/2014/main" val="10004"/>
                  </a:ext>
                </a:extLst>
              </a:tr>
            </a:tbl>
          </a:graphicData>
        </a:graphic>
      </p:graphicFrame>
      <p:sp>
        <p:nvSpPr>
          <p:cNvPr id="22558" name="6 CuadroTexto"/>
          <p:cNvSpPr txBox="1">
            <a:spLocks noChangeArrowheads="1"/>
          </p:cNvSpPr>
          <p:nvPr/>
        </p:nvSpPr>
        <p:spPr bwMode="auto">
          <a:xfrm>
            <a:off x="1071563" y="1500188"/>
            <a:ext cx="3286125" cy="369887"/>
          </a:xfrm>
          <a:prstGeom prst="rect">
            <a:avLst/>
          </a:prstGeom>
          <a:noFill/>
          <a:ln w="9525">
            <a:noFill/>
            <a:miter lim="800000"/>
            <a:headEnd/>
            <a:tailEnd/>
          </a:ln>
        </p:spPr>
        <p:txBody>
          <a:bodyPr>
            <a:spAutoFit/>
          </a:bodyPr>
          <a:lstStyle/>
          <a:p>
            <a:r>
              <a:rPr lang="es-CL" b="1"/>
              <a:t>tienda_info</a:t>
            </a:r>
          </a:p>
        </p:txBody>
      </p:sp>
      <p:sp>
        <p:nvSpPr>
          <p:cNvPr id="8" name="7 Rectángulo"/>
          <p:cNvSpPr/>
          <p:nvPr/>
        </p:nvSpPr>
        <p:spPr>
          <a:xfrm>
            <a:off x="71438" y="4572000"/>
            <a:ext cx="4572000" cy="1323439"/>
          </a:xfrm>
          <a:prstGeom prst="rect">
            <a:avLst/>
          </a:prstGeom>
          <a:solidFill>
            <a:srgbClr val="FFC000">
              <a:alpha val="69000"/>
            </a:srgbClr>
          </a:solidFill>
          <a:ln w="25400">
            <a:solidFill>
              <a:schemeClr val="tx1"/>
            </a:solidFill>
            <a:prstDash val="dash"/>
          </a:ln>
        </p:spPr>
        <p:txBody>
          <a:bodyPr>
            <a:spAutoFit/>
          </a:bodyPr>
          <a:lstStyle/>
          <a:p>
            <a:pPr>
              <a:defRPr/>
            </a:pPr>
            <a:r>
              <a:rPr lang="en-US" sz="2000" b="1" u="sng" dirty="0">
                <a:latin typeface="+mj-lt"/>
              </a:rPr>
              <a:t>CONSULTA</a:t>
            </a:r>
          </a:p>
          <a:p>
            <a:pPr>
              <a:defRPr/>
            </a:pPr>
            <a:r>
              <a:rPr lang="en-US" sz="2000" b="1" dirty="0">
                <a:latin typeface="+mj-lt"/>
              </a:rPr>
              <a:t>SELECT </a:t>
            </a:r>
            <a:r>
              <a:rPr lang="en-US" sz="2000" b="1" dirty="0" err="1">
                <a:latin typeface="+mj-lt"/>
              </a:rPr>
              <a:t>nombre_tienda</a:t>
            </a:r>
            <a:r>
              <a:rPr lang="en-US" sz="2000" b="1" dirty="0">
                <a:latin typeface="+mj-lt"/>
              </a:rPr>
              <a:t>, </a:t>
            </a:r>
            <a:r>
              <a:rPr lang="en-US" sz="2000" b="1" dirty="0" err="1">
                <a:latin typeface="+mj-lt"/>
              </a:rPr>
              <a:t>ventas</a:t>
            </a:r>
            <a:r>
              <a:rPr lang="en-US" sz="2000" b="1" dirty="0">
                <a:latin typeface="+mj-lt"/>
              </a:rPr>
              <a:t>, </a:t>
            </a:r>
            <a:r>
              <a:rPr lang="en-US" sz="2000" b="1" dirty="0" err="1">
                <a:latin typeface="+mj-lt"/>
              </a:rPr>
              <a:t>fecha</a:t>
            </a:r>
            <a:br>
              <a:rPr lang="en-US" sz="2000" b="1" dirty="0">
                <a:latin typeface="+mj-lt"/>
              </a:rPr>
            </a:br>
            <a:r>
              <a:rPr lang="en-US" sz="2000" b="1" dirty="0">
                <a:latin typeface="+mj-lt"/>
              </a:rPr>
              <a:t>FROM </a:t>
            </a:r>
            <a:r>
              <a:rPr lang="en-US" sz="2000" b="1" dirty="0" err="1">
                <a:latin typeface="+mj-lt"/>
              </a:rPr>
              <a:t>tienda_info</a:t>
            </a:r>
            <a:br>
              <a:rPr lang="en-US" sz="2000" b="1" dirty="0">
                <a:latin typeface="+mj-lt"/>
              </a:rPr>
            </a:br>
            <a:r>
              <a:rPr lang="en-US" sz="2000" b="1" dirty="0">
                <a:latin typeface="+mj-lt"/>
              </a:rPr>
              <a:t>ORDER BY </a:t>
            </a:r>
            <a:r>
              <a:rPr lang="en-US" sz="2000" b="1" dirty="0" err="1">
                <a:latin typeface="+mj-lt"/>
              </a:rPr>
              <a:t>ventas</a:t>
            </a:r>
            <a:r>
              <a:rPr lang="en-US" sz="2000" b="1" dirty="0">
                <a:latin typeface="+mj-lt"/>
              </a:rPr>
              <a:t> DESC</a:t>
            </a:r>
            <a:endParaRPr lang="es-CL" sz="2000" dirty="0">
              <a:latin typeface="+mj-lt"/>
            </a:endParaRPr>
          </a:p>
        </p:txBody>
      </p:sp>
      <p:sp>
        <p:nvSpPr>
          <p:cNvPr id="9" name="8 CuadroTexto"/>
          <p:cNvSpPr txBox="1"/>
          <p:nvPr/>
        </p:nvSpPr>
        <p:spPr>
          <a:xfrm>
            <a:off x="4714875" y="4211638"/>
            <a:ext cx="4357688" cy="2062103"/>
          </a:xfrm>
          <a:prstGeom prst="rect">
            <a:avLst/>
          </a:prstGeom>
          <a:solidFill>
            <a:srgbClr val="92D050">
              <a:alpha val="84000"/>
            </a:srgbClr>
          </a:solidFill>
          <a:ln w="25400">
            <a:solidFill>
              <a:schemeClr val="tx1"/>
            </a:solidFill>
            <a:prstDash val="dash"/>
          </a:ln>
        </p:spPr>
        <p:txBody>
          <a:bodyPr>
            <a:spAutoFit/>
          </a:bodyPr>
          <a:lstStyle/>
          <a:p>
            <a:pPr>
              <a:defRPr/>
            </a:pPr>
            <a:r>
              <a:rPr lang="es-CL" sz="2000" b="1" u="sng" dirty="0">
                <a:latin typeface="+mj-lt"/>
              </a:rPr>
              <a:t>RESULTADO</a:t>
            </a:r>
          </a:p>
          <a:p>
            <a:pPr>
              <a:defRPr/>
            </a:pPr>
            <a:r>
              <a:rPr lang="es-CL" sz="2000" b="1" dirty="0">
                <a:latin typeface="+mj-lt"/>
              </a:rPr>
              <a:t>Valdivia		1500	05-jan-2010</a:t>
            </a:r>
          </a:p>
          <a:p>
            <a:pPr>
              <a:defRPr/>
            </a:pPr>
            <a:r>
              <a:rPr lang="es-CL" sz="2000" b="1" dirty="0">
                <a:latin typeface="+mj-lt"/>
              </a:rPr>
              <a:t>Osorno		700	08-jan-2010</a:t>
            </a:r>
          </a:p>
          <a:p>
            <a:pPr>
              <a:defRPr/>
            </a:pPr>
            <a:r>
              <a:rPr lang="es-CL" sz="2000" b="1" dirty="0">
                <a:latin typeface="+mj-lt"/>
              </a:rPr>
              <a:t>Valdivia		300	08-jan-2010</a:t>
            </a:r>
          </a:p>
          <a:p>
            <a:pPr>
              <a:defRPr/>
            </a:pPr>
            <a:r>
              <a:rPr lang="es-CL" sz="2000" b="1" dirty="0">
                <a:latin typeface="+mj-lt"/>
              </a:rPr>
              <a:t>Temuco		250	07-jan-2010</a:t>
            </a:r>
          </a:p>
          <a:p>
            <a:pPr>
              <a:defRPr/>
            </a:pPr>
            <a:endParaRPr lang="es-CL" sz="2800" b="1" dirty="0">
              <a:latin typeface="+mj-l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1 Título"/>
          <p:cNvSpPr>
            <a:spLocks noGrp="1"/>
          </p:cNvSpPr>
          <p:nvPr>
            <p:ph type="title"/>
          </p:nvPr>
        </p:nvSpPr>
        <p:spPr/>
        <p:txBody>
          <a:bodyPr>
            <a:normAutofit/>
          </a:bodyPr>
          <a:lstStyle/>
          <a:p>
            <a:pPr eaLnBrk="1" hangingPunct="1"/>
            <a:r>
              <a:rPr lang="es-ES" sz="5400"/>
              <a:t>OPERADORES LOGICOS</a:t>
            </a:r>
            <a:br>
              <a:rPr lang="es-ES" sz="5400"/>
            </a:br>
            <a:r>
              <a:rPr lang="es-ES"/>
              <a:t>(AND-OR)</a:t>
            </a:r>
          </a:p>
        </p:txBody>
      </p:sp>
      <p:graphicFrame>
        <p:nvGraphicFramePr>
          <p:cNvPr id="4" name="3 Tabla"/>
          <p:cNvGraphicFramePr>
            <a:graphicFrameLocks noGrp="1"/>
          </p:cNvGraphicFramePr>
          <p:nvPr/>
        </p:nvGraphicFramePr>
        <p:xfrm>
          <a:off x="500063" y="3286125"/>
          <a:ext cx="3143250" cy="2428875"/>
        </p:xfrm>
        <a:graphic>
          <a:graphicData uri="http://schemas.openxmlformats.org/drawingml/2006/table">
            <a:tbl>
              <a:tblPr firstRow="1" bandRow="1">
                <a:tableStyleId>{F5AB1C69-6EDB-4FF4-983F-18BD219EF322}</a:tableStyleId>
              </a:tblPr>
              <a:tblGrid>
                <a:gridCol w="677133">
                  <a:extLst>
                    <a:ext uri="{9D8B030D-6E8A-4147-A177-3AD203B41FA5}">
                      <a16:colId xmlns:a16="http://schemas.microsoft.com/office/drawing/2014/main" val="20000"/>
                    </a:ext>
                  </a:extLst>
                </a:gridCol>
                <a:gridCol w="677133">
                  <a:extLst>
                    <a:ext uri="{9D8B030D-6E8A-4147-A177-3AD203B41FA5}">
                      <a16:colId xmlns:a16="http://schemas.microsoft.com/office/drawing/2014/main" val="20001"/>
                    </a:ext>
                  </a:extLst>
                </a:gridCol>
                <a:gridCol w="1788984">
                  <a:extLst>
                    <a:ext uri="{9D8B030D-6E8A-4147-A177-3AD203B41FA5}">
                      <a16:colId xmlns:a16="http://schemas.microsoft.com/office/drawing/2014/main" val="20002"/>
                    </a:ext>
                  </a:extLst>
                </a:gridCol>
              </a:tblGrid>
              <a:tr h="485775">
                <a:tc>
                  <a:txBody>
                    <a:bodyPr/>
                    <a:lstStyle/>
                    <a:p>
                      <a:pPr algn="ctr"/>
                      <a:r>
                        <a:rPr lang="es-CL" sz="2400" dirty="0"/>
                        <a:t>C1</a:t>
                      </a:r>
                    </a:p>
                  </a:txBody>
                  <a:tcPr marL="91439" marR="91439"/>
                </a:tc>
                <a:tc>
                  <a:txBody>
                    <a:bodyPr/>
                    <a:lstStyle/>
                    <a:p>
                      <a:pPr algn="ctr"/>
                      <a:r>
                        <a:rPr lang="es-CL" sz="2400" dirty="0"/>
                        <a:t>C2</a:t>
                      </a:r>
                    </a:p>
                  </a:txBody>
                  <a:tcPr marL="91439" marR="91439"/>
                </a:tc>
                <a:tc>
                  <a:txBody>
                    <a:bodyPr/>
                    <a:lstStyle/>
                    <a:p>
                      <a:pPr algn="ctr"/>
                      <a:r>
                        <a:rPr lang="es-CL" sz="2400" dirty="0"/>
                        <a:t>C1 AND C2</a:t>
                      </a:r>
                    </a:p>
                  </a:txBody>
                  <a:tcPr marL="91439" marR="91439"/>
                </a:tc>
                <a:extLst>
                  <a:ext uri="{0D108BD9-81ED-4DB2-BD59-A6C34878D82A}">
                    <a16:rowId xmlns:a16="http://schemas.microsoft.com/office/drawing/2014/main" val="10000"/>
                  </a:ext>
                </a:extLst>
              </a:tr>
              <a:tr h="485775">
                <a:tc>
                  <a:txBody>
                    <a:bodyPr/>
                    <a:lstStyle/>
                    <a:p>
                      <a:pPr algn="ctr"/>
                      <a:r>
                        <a:rPr lang="es-CL" sz="2400" dirty="0"/>
                        <a:t>V</a:t>
                      </a:r>
                    </a:p>
                  </a:txBody>
                  <a:tcPr marL="91439" marR="91439"/>
                </a:tc>
                <a:tc>
                  <a:txBody>
                    <a:bodyPr/>
                    <a:lstStyle/>
                    <a:p>
                      <a:pPr algn="ctr"/>
                      <a:r>
                        <a:rPr lang="es-CL" sz="2400" dirty="0"/>
                        <a:t>V</a:t>
                      </a:r>
                    </a:p>
                  </a:txBody>
                  <a:tcPr marL="91439" marR="91439"/>
                </a:tc>
                <a:tc>
                  <a:txBody>
                    <a:bodyPr/>
                    <a:lstStyle/>
                    <a:p>
                      <a:pPr algn="ctr"/>
                      <a:r>
                        <a:rPr lang="es-CL" sz="2400" dirty="0"/>
                        <a:t>V</a:t>
                      </a:r>
                    </a:p>
                  </a:txBody>
                  <a:tcPr marL="91439" marR="91439"/>
                </a:tc>
                <a:extLst>
                  <a:ext uri="{0D108BD9-81ED-4DB2-BD59-A6C34878D82A}">
                    <a16:rowId xmlns:a16="http://schemas.microsoft.com/office/drawing/2014/main" val="10001"/>
                  </a:ext>
                </a:extLst>
              </a:tr>
              <a:tr h="485775">
                <a:tc>
                  <a:txBody>
                    <a:bodyPr/>
                    <a:lstStyle/>
                    <a:p>
                      <a:pPr algn="ctr"/>
                      <a:r>
                        <a:rPr lang="es-CL" sz="2400" dirty="0"/>
                        <a:t>V</a:t>
                      </a:r>
                    </a:p>
                  </a:txBody>
                  <a:tcPr marL="91439" marR="91439"/>
                </a:tc>
                <a:tc>
                  <a:txBody>
                    <a:bodyPr/>
                    <a:lstStyle/>
                    <a:p>
                      <a:pPr algn="ctr"/>
                      <a:r>
                        <a:rPr lang="es-CL" sz="2400" dirty="0"/>
                        <a:t>F</a:t>
                      </a:r>
                    </a:p>
                  </a:txBody>
                  <a:tcPr marL="91439" marR="91439"/>
                </a:tc>
                <a:tc>
                  <a:txBody>
                    <a:bodyPr/>
                    <a:lstStyle/>
                    <a:p>
                      <a:pPr algn="ctr"/>
                      <a:r>
                        <a:rPr lang="es-CL" sz="2400" dirty="0"/>
                        <a:t>F</a:t>
                      </a:r>
                    </a:p>
                  </a:txBody>
                  <a:tcPr marL="91439" marR="91439"/>
                </a:tc>
                <a:extLst>
                  <a:ext uri="{0D108BD9-81ED-4DB2-BD59-A6C34878D82A}">
                    <a16:rowId xmlns:a16="http://schemas.microsoft.com/office/drawing/2014/main" val="10002"/>
                  </a:ext>
                </a:extLst>
              </a:tr>
              <a:tr h="485775">
                <a:tc>
                  <a:txBody>
                    <a:bodyPr/>
                    <a:lstStyle/>
                    <a:p>
                      <a:pPr algn="ctr"/>
                      <a:r>
                        <a:rPr lang="es-CL" sz="2400" dirty="0"/>
                        <a:t>F</a:t>
                      </a:r>
                    </a:p>
                  </a:txBody>
                  <a:tcPr marL="91439" marR="91439"/>
                </a:tc>
                <a:tc>
                  <a:txBody>
                    <a:bodyPr/>
                    <a:lstStyle/>
                    <a:p>
                      <a:pPr algn="ctr"/>
                      <a:r>
                        <a:rPr lang="es-CL" sz="2400" dirty="0"/>
                        <a:t>V</a:t>
                      </a:r>
                    </a:p>
                  </a:txBody>
                  <a:tcPr marL="91439" marR="91439"/>
                </a:tc>
                <a:tc>
                  <a:txBody>
                    <a:bodyPr/>
                    <a:lstStyle/>
                    <a:p>
                      <a:pPr algn="ctr"/>
                      <a:r>
                        <a:rPr lang="es-CL" sz="2400" dirty="0"/>
                        <a:t>F</a:t>
                      </a:r>
                    </a:p>
                  </a:txBody>
                  <a:tcPr marL="91439" marR="91439"/>
                </a:tc>
                <a:extLst>
                  <a:ext uri="{0D108BD9-81ED-4DB2-BD59-A6C34878D82A}">
                    <a16:rowId xmlns:a16="http://schemas.microsoft.com/office/drawing/2014/main" val="10003"/>
                  </a:ext>
                </a:extLst>
              </a:tr>
              <a:tr h="485775">
                <a:tc>
                  <a:txBody>
                    <a:bodyPr/>
                    <a:lstStyle/>
                    <a:p>
                      <a:pPr algn="ctr"/>
                      <a:r>
                        <a:rPr lang="es-CL" sz="2400" dirty="0"/>
                        <a:t>F</a:t>
                      </a:r>
                    </a:p>
                  </a:txBody>
                  <a:tcPr marL="91439" marR="91439"/>
                </a:tc>
                <a:tc>
                  <a:txBody>
                    <a:bodyPr/>
                    <a:lstStyle/>
                    <a:p>
                      <a:pPr algn="ctr"/>
                      <a:r>
                        <a:rPr lang="es-CL" sz="2400" dirty="0"/>
                        <a:t>F</a:t>
                      </a:r>
                    </a:p>
                  </a:txBody>
                  <a:tcPr marL="91439" marR="91439"/>
                </a:tc>
                <a:tc>
                  <a:txBody>
                    <a:bodyPr/>
                    <a:lstStyle/>
                    <a:p>
                      <a:pPr algn="ctr"/>
                      <a:r>
                        <a:rPr lang="es-CL" sz="2400" dirty="0"/>
                        <a:t>F</a:t>
                      </a:r>
                    </a:p>
                  </a:txBody>
                  <a:tcPr marL="91439" marR="91439"/>
                </a:tc>
                <a:extLst>
                  <a:ext uri="{0D108BD9-81ED-4DB2-BD59-A6C34878D82A}">
                    <a16:rowId xmlns:a16="http://schemas.microsoft.com/office/drawing/2014/main" val="10004"/>
                  </a:ext>
                </a:extLst>
              </a:tr>
            </a:tbl>
          </a:graphicData>
        </a:graphic>
      </p:graphicFrame>
      <p:graphicFrame>
        <p:nvGraphicFramePr>
          <p:cNvPr id="5" name="4 Tabla"/>
          <p:cNvGraphicFramePr>
            <a:graphicFrameLocks noGrp="1"/>
          </p:cNvGraphicFramePr>
          <p:nvPr/>
        </p:nvGraphicFramePr>
        <p:xfrm>
          <a:off x="5429250" y="2071688"/>
          <a:ext cx="3143250" cy="2571750"/>
        </p:xfrm>
        <a:graphic>
          <a:graphicData uri="http://schemas.openxmlformats.org/drawingml/2006/table">
            <a:tbl>
              <a:tblPr firstRow="1" bandRow="1">
                <a:tableStyleId>{073A0DAA-6AF3-43AB-8588-CEC1D06C72B9}</a:tableStyleId>
              </a:tblPr>
              <a:tblGrid>
                <a:gridCol w="727210">
                  <a:extLst>
                    <a:ext uri="{9D8B030D-6E8A-4147-A177-3AD203B41FA5}">
                      <a16:colId xmlns:a16="http://schemas.microsoft.com/office/drawing/2014/main" val="20000"/>
                    </a:ext>
                  </a:extLst>
                </a:gridCol>
                <a:gridCol w="727210">
                  <a:extLst>
                    <a:ext uri="{9D8B030D-6E8A-4147-A177-3AD203B41FA5}">
                      <a16:colId xmlns:a16="http://schemas.microsoft.com/office/drawing/2014/main" val="20001"/>
                    </a:ext>
                  </a:extLst>
                </a:gridCol>
                <a:gridCol w="1688830">
                  <a:extLst>
                    <a:ext uri="{9D8B030D-6E8A-4147-A177-3AD203B41FA5}">
                      <a16:colId xmlns:a16="http://schemas.microsoft.com/office/drawing/2014/main" val="20002"/>
                    </a:ext>
                  </a:extLst>
                </a:gridCol>
              </a:tblGrid>
              <a:tr h="514350">
                <a:tc>
                  <a:txBody>
                    <a:bodyPr/>
                    <a:lstStyle/>
                    <a:p>
                      <a:pPr algn="ctr"/>
                      <a:r>
                        <a:rPr lang="es-CL" sz="2400" dirty="0"/>
                        <a:t>C1</a:t>
                      </a:r>
                    </a:p>
                  </a:txBody>
                  <a:tcPr marL="91439" marR="91439"/>
                </a:tc>
                <a:tc>
                  <a:txBody>
                    <a:bodyPr/>
                    <a:lstStyle/>
                    <a:p>
                      <a:pPr algn="ctr"/>
                      <a:r>
                        <a:rPr lang="es-CL" sz="2400" dirty="0"/>
                        <a:t>C2</a:t>
                      </a:r>
                    </a:p>
                  </a:txBody>
                  <a:tcPr marL="91439" marR="91439"/>
                </a:tc>
                <a:tc>
                  <a:txBody>
                    <a:bodyPr/>
                    <a:lstStyle/>
                    <a:p>
                      <a:pPr algn="ctr"/>
                      <a:r>
                        <a:rPr lang="es-CL" sz="2400" dirty="0"/>
                        <a:t>C1</a:t>
                      </a:r>
                      <a:r>
                        <a:rPr lang="es-CL" sz="2400" baseline="0" dirty="0"/>
                        <a:t> OR C2</a:t>
                      </a:r>
                      <a:endParaRPr lang="es-CL" sz="2400" dirty="0"/>
                    </a:p>
                  </a:txBody>
                  <a:tcPr marL="91439" marR="91439"/>
                </a:tc>
                <a:extLst>
                  <a:ext uri="{0D108BD9-81ED-4DB2-BD59-A6C34878D82A}">
                    <a16:rowId xmlns:a16="http://schemas.microsoft.com/office/drawing/2014/main" val="10000"/>
                  </a:ext>
                </a:extLst>
              </a:tr>
              <a:tr h="514350">
                <a:tc>
                  <a:txBody>
                    <a:bodyPr/>
                    <a:lstStyle/>
                    <a:p>
                      <a:pPr algn="ctr"/>
                      <a:r>
                        <a:rPr lang="es-CL" sz="2400" dirty="0"/>
                        <a:t>V</a:t>
                      </a:r>
                    </a:p>
                  </a:txBody>
                  <a:tcPr marL="91439" marR="91439"/>
                </a:tc>
                <a:tc>
                  <a:txBody>
                    <a:bodyPr/>
                    <a:lstStyle/>
                    <a:p>
                      <a:pPr algn="ctr"/>
                      <a:r>
                        <a:rPr lang="es-CL" sz="2400" dirty="0"/>
                        <a:t>V</a:t>
                      </a:r>
                    </a:p>
                  </a:txBody>
                  <a:tcPr marL="91439" marR="91439"/>
                </a:tc>
                <a:tc>
                  <a:txBody>
                    <a:bodyPr/>
                    <a:lstStyle/>
                    <a:p>
                      <a:pPr algn="ctr"/>
                      <a:r>
                        <a:rPr lang="es-CL" sz="2400" dirty="0"/>
                        <a:t>V</a:t>
                      </a:r>
                    </a:p>
                  </a:txBody>
                  <a:tcPr marL="91439" marR="91439"/>
                </a:tc>
                <a:extLst>
                  <a:ext uri="{0D108BD9-81ED-4DB2-BD59-A6C34878D82A}">
                    <a16:rowId xmlns:a16="http://schemas.microsoft.com/office/drawing/2014/main" val="10001"/>
                  </a:ext>
                </a:extLst>
              </a:tr>
              <a:tr h="514350">
                <a:tc>
                  <a:txBody>
                    <a:bodyPr/>
                    <a:lstStyle/>
                    <a:p>
                      <a:pPr algn="ctr"/>
                      <a:r>
                        <a:rPr lang="es-CL" sz="2400" dirty="0"/>
                        <a:t>V</a:t>
                      </a:r>
                    </a:p>
                  </a:txBody>
                  <a:tcPr marL="91439" marR="91439"/>
                </a:tc>
                <a:tc>
                  <a:txBody>
                    <a:bodyPr/>
                    <a:lstStyle/>
                    <a:p>
                      <a:pPr algn="ctr"/>
                      <a:r>
                        <a:rPr lang="es-CL" sz="2400" dirty="0"/>
                        <a:t>F</a:t>
                      </a:r>
                    </a:p>
                  </a:txBody>
                  <a:tcPr marL="91439" marR="91439"/>
                </a:tc>
                <a:tc>
                  <a:txBody>
                    <a:bodyPr/>
                    <a:lstStyle/>
                    <a:p>
                      <a:pPr algn="ctr"/>
                      <a:r>
                        <a:rPr lang="es-CL" sz="2400" dirty="0"/>
                        <a:t>V</a:t>
                      </a:r>
                    </a:p>
                  </a:txBody>
                  <a:tcPr marL="91439" marR="91439"/>
                </a:tc>
                <a:extLst>
                  <a:ext uri="{0D108BD9-81ED-4DB2-BD59-A6C34878D82A}">
                    <a16:rowId xmlns:a16="http://schemas.microsoft.com/office/drawing/2014/main" val="10002"/>
                  </a:ext>
                </a:extLst>
              </a:tr>
              <a:tr h="514350">
                <a:tc>
                  <a:txBody>
                    <a:bodyPr/>
                    <a:lstStyle/>
                    <a:p>
                      <a:pPr algn="ctr"/>
                      <a:r>
                        <a:rPr lang="es-CL" sz="2400" dirty="0"/>
                        <a:t>F</a:t>
                      </a:r>
                    </a:p>
                  </a:txBody>
                  <a:tcPr marL="91439" marR="91439"/>
                </a:tc>
                <a:tc>
                  <a:txBody>
                    <a:bodyPr/>
                    <a:lstStyle/>
                    <a:p>
                      <a:pPr algn="ctr"/>
                      <a:r>
                        <a:rPr lang="es-CL" sz="2400" dirty="0"/>
                        <a:t>V</a:t>
                      </a:r>
                    </a:p>
                  </a:txBody>
                  <a:tcPr marL="91439" marR="91439"/>
                </a:tc>
                <a:tc>
                  <a:txBody>
                    <a:bodyPr/>
                    <a:lstStyle/>
                    <a:p>
                      <a:pPr algn="ctr"/>
                      <a:r>
                        <a:rPr lang="es-CL" sz="2400" dirty="0"/>
                        <a:t>V</a:t>
                      </a:r>
                    </a:p>
                  </a:txBody>
                  <a:tcPr marL="91439" marR="91439"/>
                </a:tc>
                <a:extLst>
                  <a:ext uri="{0D108BD9-81ED-4DB2-BD59-A6C34878D82A}">
                    <a16:rowId xmlns:a16="http://schemas.microsoft.com/office/drawing/2014/main" val="10003"/>
                  </a:ext>
                </a:extLst>
              </a:tr>
              <a:tr h="514350">
                <a:tc>
                  <a:txBody>
                    <a:bodyPr/>
                    <a:lstStyle/>
                    <a:p>
                      <a:pPr algn="ctr"/>
                      <a:r>
                        <a:rPr lang="es-CL" sz="2400" dirty="0"/>
                        <a:t>F</a:t>
                      </a:r>
                    </a:p>
                  </a:txBody>
                  <a:tcPr marL="91439" marR="91439"/>
                </a:tc>
                <a:tc>
                  <a:txBody>
                    <a:bodyPr/>
                    <a:lstStyle/>
                    <a:p>
                      <a:pPr algn="ctr"/>
                      <a:r>
                        <a:rPr lang="es-CL" sz="2400" dirty="0"/>
                        <a:t>F</a:t>
                      </a:r>
                    </a:p>
                  </a:txBody>
                  <a:tcPr marL="91439" marR="91439"/>
                </a:tc>
                <a:tc>
                  <a:txBody>
                    <a:bodyPr/>
                    <a:lstStyle/>
                    <a:p>
                      <a:pPr algn="ctr"/>
                      <a:r>
                        <a:rPr lang="es-CL" sz="2400" dirty="0"/>
                        <a:t>F</a:t>
                      </a:r>
                    </a:p>
                  </a:txBody>
                  <a:tcPr marL="91439" marR="91439"/>
                </a:tc>
                <a:extLst>
                  <a:ext uri="{0D108BD9-81ED-4DB2-BD59-A6C34878D82A}">
                    <a16:rowId xmlns:a16="http://schemas.microsoft.com/office/drawing/2014/main" val="10004"/>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1 Título"/>
          <p:cNvSpPr>
            <a:spLocks noGrp="1"/>
          </p:cNvSpPr>
          <p:nvPr>
            <p:ph type="title"/>
          </p:nvPr>
        </p:nvSpPr>
        <p:spPr/>
        <p:txBody>
          <a:bodyPr>
            <a:normAutofit fontScale="90000"/>
          </a:bodyPr>
          <a:lstStyle/>
          <a:p>
            <a:pPr eaLnBrk="1" hangingPunct="1"/>
            <a:r>
              <a:rPr lang="es-ES" sz="5400"/>
              <a:t>OPERADORES LOGICOS: Ejemplo AND</a:t>
            </a:r>
            <a:endParaRPr lang="es-ES"/>
          </a:p>
        </p:txBody>
      </p:sp>
      <p:graphicFrame>
        <p:nvGraphicFramePr>
          <p:cNvPr id="6" name="5 Tabla"/>
          <p:cNvGraphicFramePr>
            <a:graphicFrameLocks noGrp="1"/>
          </p:cNvGraphicFramePr>
          <p:nvPr/>
        </p:nvGraphicFramePr>
        <p:xfrm>
          <a:off x="465138" y="1931988"/>
          <a:ext cx="4606925" cy="1854200"/>
        </p:xfrm>
        <a:graphic>
          <a:graphicData uri="http://schemas.openxmlformats.org/drawingml/2006/table">
            <a:tbl>
              <a:tblPr firstRow="1" bandRow="1">
                <a:tableStyleId>{5C22544A-7EE6-4342-B048-85BDC9FD1C3A}</a:tableStyleId>
              </a:tblPr>
              <a:tblGrid>
                <a:gridCol w="1857593">
                  <a:extLst>
                    <a:ext uri="{9D8B030D-6E8A-4147-A177-3AD203B41FA5}">
                      <a16:colId xmlns:a16="http://schemas.microsoft.com/office/drawing/2014/main" val="20000"/>
                    </a:ext>
                  </a:extLst>
                </a:gridCol>
                <a:gridCol w="1286026">
                  <a:extLst>
                    <a:ext uri="{9D8B030D-6E8A-4147-A177-3AD203B41FA5}">
                      <a16:colId xmlns:a16="http://schemas.microsoft.com/office/drawing/2014/main" val="20001"/>
                    </a:ext>
                  </a:extLst>
                </a:gridCol>
                <a:gridCol w="1463306">
                  <a:extLst>
                    <a:ext uri="{9D8B030D-6E8A-4147-A177-3AD203B41FA5}">
                      <a16:colId xmlns:a16="http://schemas.microsoft.com/office/drawing/2014/main" val="20002"/>
                    </a:ext>
                  </a:extLst>
                </a:gridCol>
              </a:tblGrid>
              <a:tr h="370840">
                <a:tc>
                  <a:txBody>
                    <a:bodyPr/>
                    <a:lstStyle/>
                    <a:p>
                      <a:pPr algn="ctr"/>
                      <a:r>
                        <a:rPr lang="es-CL" dirty="0" err="1"/>
                        <a:t>nombre_tienda</a:t>
                      </a:r>
                      <a:endParaRPr lang="es-CL" dirty="0"/>
                    </a:p>
                  </a:txBody>
                  <a:tcPr marL="91450" marR="91450">
                    <a:solidFill>
                      <a:schemeClr val="tx2">
                        <a:lumMod val="50000"/>
                      </a:schemeClr>
                    </a:solidFill>
                  </a:tcPr>
                </a:tc>
                <a:tc>
                  <a:txBody>
                    <a:bodyPr/>
                    <a:lstStyle/>
                    <a:p>
                      <a:pPr algn="ctr"/>
                      <a:r>
                        <a:rPr lang="es-CL" dirty="0"/>
                        <a:t>ventas</a:t>
                      </a:r>
                    </a:p>
                  </a:txBody>
                  <a:tcPr marL="91450" marR="91450">
                    <a:solidFill>
                      <a:schemeClr val="tx2">
                        <a:lumMod val="50000"/>
                      </a:schemeClr>
                    </a:solidFill>
                  </a:tcPr>
                </a:tc>
                <a:tc>
                  <a:txBody>
                    <a:bodyPr/>
                    <a:lstStyle/>
                    <a:p>
                      <a:pPr algn="ctr"/>
                      <a:r>
                        <a:rPr lang="es-CL" dirty="0"/>
                        <a:t>fecha</a:t>
                      </a:r>
                    </a:p>
                  </a:txBody>
                  <a:tcPr marL="91450" marR="91450">
                    <a:solidFill>
                      <a:schemeClr val="tx2">
                        <a:lumMod val="50000"/>
                      </a:schemeClr>
                    </a:solidFill>
                  </a:tcPr>
                </a:tc>
                <a:extLst>
                  <a:ext uri="{0D108BD9-81ED-4DB2-BD59-A6C34878D82A}">
                    <a16:rowId xmlns:a16="http://schemas.microsoft.com/office/drawing/2014/main" val="10000"/>
                  </a:ext>
                </a:extLst>
              </a:tr>
              <a:tr h="370840">
                <a:tc>
                  <a:txBody>
                    <a:bodyPr/>
                    <a:lstStyle/>
                    <a:p>
                      <a:pPr algn="ctr"/>
                      <a:r>
                        <a:rPr lang="es-CL" dirty="0"/>
                        <a:t>Valdivia</a:t>
                      </a:r>
                    </a:p>
                  </a:txBody>
                  <a:tcPr marL="91450" marR="91450">
                    <a:solidFill>
                      <a:schemeClr val="tx2">
                        <a:lumMod val="60000"/>
                        <a:lumOff val="40000"/>
                      </a:schemeClr>
                    </a:solidFill>
                  </a:tcPr>
                </a:tc>
                <a:tc>
                  <a:txBody>
                    <a:bodyPr/>
                    <a:lstStyle/>
                    <a:p>
                      <a:pPr algn="ctr"/>
                      <a:r>
                        <a:rPr lang="es-CL" dirty="0"/>
                        <a:t>1500</a:t>
                      </a:r>
                    </a:p>
                  </a:txBody>
                  <a:tcPr marL="91450" marR="91450">
                    <a:solidFill>
                      <a:schemeClr val="tx2">
                        <a:lumMod val="60000"/>
                        <a:lumOff val="40000"/>
                      </a:schemeClr>
                    </a:solidFill>
                  </a:tcPr>
                </a:tc>
                <a:tc>
                  <a:txBody>
                    <a:bodyPr/>
                    <a:lstStyle/>
                    <a:p>
                      <a:pPr algn="ctr"/>
                      <a:r>
                        <a:rPr lang="es-CL" dirty="0"/>
                        <a:t>05-jan-2010</a:t>
                      </a:r>
                    </a:p>
                  </a:txBody>
                  <a:tcPr marL="91450" marR="91450">
                    <a:solidFill>
                      <a:schemeClr val="tx2">
                        <a:lumMod val="60000"/>
                        <a:lumOff val="40000"/>
                      </a:schemeClr>
                    </a:solidFill>
                  </a:tcPr>
                </a:tc>
                <a:extLst>
                  <a:ext uri="{0D108BD9-81ED-4DB2-BD59-A6C34878D82A}">
                    <a16:rowId xmlns:a16="http://schemas.microsoft.com/office/drawing/2014/main" val="10001"/>
                  </a:ext>
                </a:extLst>
              </a:tr>
              <a:tr h="370840">
                <a:tc>
                  <a:txBody>
                    <a:bodyPr/>
                    <a:lstStyle/>
                    <a:p>
                      <a:pPr algn="ctr"/>
                      <a:r>
                        <a:rPr lang="es-CL" dirty="0"/>
                        <a:t>Temuco</a:t>
                      </a:r>
                    </a:p>
                  </a:txBody>
                  <a:tcPr marL="91450" marR="91450"/>
                </a:tc>
                <a:tc>
                  <a:txBody>
                    <a:bodyPr/>
                    <a:lstStyle/>
                    <a:p>
                      <a:pPr algn="ctr"/>
                      <a:r>
                        <a:rPr lang="es-CL" dirty="0"/>
                        <a:t>250</a:t>
                      </a:r>
                    </a:p>
                  </a:txBody>
                  <a:tcPr marL="91450" marR="9145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CL" dirty="0"/>
                        <a:t>07-jan-2010</a:t>
                      </a:r>
                    </a:p>
                  </a:txBody>
                  <a:tcPr marL="91450" marR="91450"/>
                </a:tc>
                <a:extLst>
                  <a:ext uri="{0D108BD9-81ED-4DB2-BD59-A6C34878D82A}">
                    <a16:rowId xmlns:a16="http://schemas.microsoft.com/office/drawing/2014/main" val="10002"/>
                  </a:ext>
                </a:extLst>
              </a:tr>
              <a:tr h="370840">
                <a:tc>
                  <a:txBody>
                    <a:bodyPr/>
                    <a:lstStyle/>
                    <a:p>
                      <a:pPr algn="ctr"/>
                      <a:r>
                        <a:rPr lang="es-CL" dirty="0"/>
                        <a:t>Valdivia</a:t>
                      </a:r>
                    </a:p>
                  </a:txBody>
                  <a:tcPr marL="91450" marR="91450">
                    <a:solidFill>
                      <a:schemeClr val="tx2">
                        <a:lumMod val="60000"/>
                        <a:lumOff val="40000"/>
                      </a:schemeClr>
                    </a:solidFill>
                  </a:tcPr>
                </a:tc>
                <a:tc>
                  <a:txBody>
                    <a:bodyPr/>
                    <a:lstStyle/>
                    <a:p>
                      <a:pPr algn="ctr"/>
                      <a:r>
                        <a:rPr lang="es-CL" dirty="0"/>
                        <a:t>300</a:t>
                      </a:r>
                    </a:p>
                  </a:txBody>
                  <a:tcPr marL="91450" marR="91450">
                    <a:solidFill>
                      <a:schemeClr val="tx2">
                        <a:lumMod val="60000"/>
                        <a:lumOff val="4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CL" dirty="0"/>
                        <a:t>08-jan-2010</a:t>
                      </a:r>
                    </a:p>
                  </a:txBody>
                  <a:tcPr marL="91450" marR="91450">
                    <a:solidFill>
                      <a:schemeClr val="tx2">
                        <a:lumMod val="60000"/>
                        <a:lumOff val="40000"/>
                      </a:schemeClr>
                    </a:solidFill>
                  </a:tcPr>
                </a:tc>
                <a:extLst>
                  <a:ext uri="{0D108BD9-81ED-4DB2-BD59-A6C34878D82A}">
                    <a16:rowId xmlns:a16="http://schemas.microsoft.com/office/drawing/2014/main" val="10003"/>
                  </a:ext>
                </a:extLst>
              </a:tr>
              <a:tr h="370840">
                <a:tc>
                  <a:txBody>
                    <a:bodyPr/>
                    <a:lstStyle/>
                    <a:p>
                      <a:pPr algn="ctr"/>
                      <a:r>
                        <a:rPr lang="es-CL" dirty="0"/>
                        <a:t>Osorno</a:t>
                      </a:r>
                    </a:p>
                  </a:txBody>
                  <a:tcPr marL="91450" marR="91450"/>
                </a:tc>
                <a:tc>
                  <a:txBody>
                    <a:bodyPr/>
                    <a:lstStyle/>
                    <a:p>
                      <a:pPr algn="ctr"/>
                      <a:r>
                        <a:rPr lang="es-CL" dirty="0"/>
                        <a:t>700</a:t>
                      </a:r>
                    </a:p>
                  </a:txBody>
                  <a:tcPr marL="91450" marR="9145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CL" dirty="0"/>
                        <a:t>08-jan-2010</a:t>
                      </a:r>
                    </a:p>
                  </a:txBody>
                  <a:tcPr marL="91450" marR="91450"/>
                </a:tc>
                <a:extLst>
                  <a:ext uri="{0D108BD9-81ED-4DB2-BD59-A6C34878D82A}">
                    <a16:rowId xmlns:a16="http://schemas.microsoft.com/office/drawing/2014/main" val="10004"/>
                  </a:ext>
                </a:extLst>
              </a:tr>
            </a:tbl>
          </a:graphicData>
        </a:graphic>
      </p:graphicFrame>
      <p:sp>
        <p:nvSpPr>
          <p:cNvPr id="24606" name="6 CuadroTexto"/>
          <p:cNvSpPr txBox="1">
            <a:spLocks noChangeArrowheads="1"/>
          </p:cNvSpPr>
          <p:nvPr/>
        </p:nvSpPr>
        <p:spPr bwMode="auto">
          <a:xfrm>
            <a:off x="465138" y="1574800"/>
            <a:ext cx="3286125" cy="369888"/>
          </a:xfrm>
          <a:prstGeom prst="rect">
            <a:avLst/>
          </a:prstGeom>
          <a:noFill/>
          <a:ln w="9525">
            <a:noFill/>
            <a:miter lim="800000"/>
            <a:headEnd/>
            <a:tailEnd/>
          </a:ln>
        </p:spPr>
        <p:txBody>
          <a:bodyPr>
            <a:spAutoFit/>
          </a:bodyPr>
          <a:lstStyle/>
          <a:p>
            <a:r>
              <a:rPr lang="es-CL" b="1"/>
              <a:t>tienda_info</a:t>
            </a:r>
          </a:p>
        </p:txBody>
      </p:sp>
      <p:sp>
        <p:nvSpPr>
          <p:cNvPr id="8" name="7 CuadroTexto"/>
          <p:cNvSpPr txBox="1"/>
          <p:nvPr/>
        </p:nvSpPr>
        <p:spPr>
          <a:xfrm>
            <a:off x="357188" y="3857625"/>
            <a:ext cx="4071937" cy="1878013"/>
          </a:xfrm>
          <a:prstGeom prst="rect">
            <a:avLst/>
          </a:prstGeom>
          <a:solidFill>
            <a:srgbClr val="92D050">
              <a:alpha val="93000"/>
            </a:srgbClr>
          </a:solidFill>
          <a:ln w="25400">
            <a:solidFill>
              <a:schemeClr val="tx1"/>
            </a:solidFill>
            <a:prstDash val="dash"/>
          </a:ln>
        </p:spPr>
        <p:txBody>
          <a:bodyPr>
            <a:spAutoFit/>
          </a:bodyPr>
          <a:lstStyle/>
          <a:p>
            <a:pPr>
              <a:defRPr/>
            </a:pPr>
            <a:r>
              <a:rPr lang="es-CL" sz="2800" b="1" u="sng" dirty="0">
                <a:latin typeface="+mj-lt"/>
              </a:rPr>
              <a:t>CONSULTA</a:t>
            </a:r>
          </a:p>
          <a:p>
            <a:pPr>
              <a:defRPr/>
            </a:pPr>
            <a:r>
              <a:rPr lang="es-CL" sz="2200" b="1" dirty="0">
                <a:latin typeface="+mj-lt"/>
              </a:rPr>
              <a:t>SELECT *</a:t>
            </a:r>
          </a:p>
          <a:p>
            <a:pPr>
              <a:defRPr/>
            </a:pPr>
            <a:r>
              <a:rPr lang="es-CL" sz="2200" b="1" dirty="0">
                <a:latin typeface="+mj-lt"/>
              </a:rPr>
              <a:t>FROM </a:t>
            </a:r>
            <a:r>
              <a:rPr lang="es-CL" sz="2200" b="1" dirty="0" err="1">
                <a:latin typeface="+mj-lt"/>
              </a:rPr>
              <a:t>tienda_info</a:t>
            </a:r>
            <a:endParaRPr lang="es-CL" sz="2200" b="1" dirty="0">
              <a:latin typeface="+mj-lt"/>
            </a:endParaRPr>
          </a:p>
          <a:p>
            <a:pPr>
              <a:defRPr/>
            </a:pPr>
            <a:r>
              <a:rPr lang="es-CL" sz="2200" b="1" dirty="0">
                <a:latin typeface="+mj-lt"/>
              </a:rPr>
              <a:t>WHERE ventas &gt; 500</a:t>
            </a:r>
          </a:p>
          <a:p>
            <a:pPr>
              <a:defRPr/>
            </a:pPr>
            <a:r>
              <a:rPr lang="es-CL" sz="2200" b="1" dirty="0">
                <a:latin typeface="+mj-lt"/>
              </a:rPr>
              <a:t>AND </a:t>
            </a:r>
            <a:r>
              <a:rPr lang="es-CL" sz="2200" b="1" dirty="0" err="1">
                <a:latin typeface="+mj-lt"/>
              </a:rPr>
              <a:t>nombre_tienda</a:t>
            </a:r>
            <a:r>
              <a:rPr lang="es-CL" sz="2200" b="1" dirty="0">
                <a:latin typeface="+mj-lt"/>
              </a:rPr>
              <a:t> = ‘Valdivia’</a:t>
            </a:r>
          </a:p>
        </p:txBody>
      </p:sp>
      <p:sp>
        <p:nvSpPr>
          <p:cNvPr id="9" name="8 CuadroTexto"/>
          <p:cNvSpPr txBox="1"/>
          <p:nvPr/>
        </p:nvSpPr>
        <p:spPr>
          <a:xfrm>
            <a:off x="4643438" y="4071938"/>
            <a:ext cx="4500562" cy="862012"/>
          </a:xfrm>
          <a:prstGeom prst="rect">
            <a:avLst/>
          </a:prstGeom>
          <a:solidFill>
            <a:srgbClr val="FF0000">
              <a:alpha val="71000"/>
            </a:srgbClr>
          </a:solidFill>
          <a:ln w="25400">
            <a:solidFill>
              <a:schemeClr val="tx1"/>
            </a:solidFill>
            <a:prstDash val="dash"/>
          </a:ln>
        </p:spPr>
        <p:txBody>
          <a:bodyPr>
            <a:spAutoFit/>
          </a:bodyPr>
          <a:lstStyle/>
          <a:p>
            <a:pPr>
              <a:defRPr/>
            </a:pPr>
            <a:r>
              <a:rPr lang="es-CL" sz="2800" b="1" u="sng" dirty="0">
                <a:latin typeface="+mj-lt"/>
              </a:rPr>
              <a:t>RESULTADO</a:t>
            </a:r>
          </a:p>
          <a:p>
            <a:pPr>
              <a:defRPr/>
            </a:pPr>
            <a:r>
              <a:rPr lang="es-CL" sz="2200" b="1" dirty="0">
                <a:latin typeface="+mj-lt"/>
              </a:rPr>
              <a:t>Valdivia		1500	05-jan-2010</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1 Título"/>
          <p:cNvSpPr>
            <a:spLocks noGrp="1"/>
          </p:cNvSpPr>
          <p:nvPr>
            <p:ph type="title"/>
          </p:nvPr>
        </p:nvSpPr>
        <p:spPr/>
        <p:txBody>
          <a:bodyPr>
            <a:normAutofit fontScale="90000"/>
          </a:bodyPr>
          <a:lstStyle/>
          <a:p>
            <a:pPr eaLnBrk="1" hangingPunct="1"/>
            <a:r>
              <a:rPr lang="es-ES" sz="5400"/>
              <a:t>OPERADORES LOGICOS: Ejemplo OR</a:t>
            </a:r>
            <a:endParaRPr lang="es-ES"/>
          </a:p>
        </p:txBody>
      </p:sp>
      <p:graphicFrame>
        <p:nvGraphicFramePr>
          <p:cNvPr id="6" name="5 Tabla"/>
          <p:cNvGraphicFramePr>
            <a:graphicFrameLocks noGrp="1"/>
          </p:cNvGraphicFramePr>
          <p:nvPr/>
        </p:nvGraphicFramePr>
        <p:xfrm>
          <a:off x="465138" y="1931988"/>
          <a:ext cx="4606925" cy="1854200"/>
        </p:xfrm>
        <a:graphic>
          <a:graphicData uri="http://schemas.openxmlformats.org/drawingml/2006/table">
            <a:tbl>
              <a:tblPr firstRow="1" bandRow="1">
                <a:tableStyleId>{5C22544A-7EE6-4342-B048-85BDC9FD1C3A}</a:tableStyleId>
              </a:tblPr>
              <a:tblGrid>
                <a:gridCol w="1857593">
                  <a:extLst>
                    <a:ext uri="{9D8B030D-6E8A-4147-A177-3AD203B41FA5}">
                      <a16:colId xmlns:a16="http://schemas.microsoft.com/office/drawing/2014/main" val="20000"/>
                    </a:ext>
                  </a:extLst>
                </a:gridCol>
                <a:gridCol w="1286026">
                  <a:extLst>
                    <a:ext uri="{9D8B030D-6E8A-4147-A177-3AD203B41FA5}">
                      <a16:colId xmlns:a16="http://schemas.microsoft.com/office/drawing/2014/main" val="20001"/>
                    </a:ext>
                  </a:extLst>
                </a:gridCol>
                <a:gridCol w="1463306">
                  <a:extLst>
                    <a:ext uri="{9D8B030D-6E8A-4147-A177-3AD203B41FA5}">
                      <a16:colId xmlns:a16="http://schemas.microsoft.com/office/drawing/2014/main" val="20002"/>
                    </a:ext>
                  </a:extLst>
                </a:gridCol>
              </a:tblGrid>
              <a:tr h="370840">
                <a:tc>
                  <a:txBody>
                    <a:bodyPr/>
                    <a:lstStyle/>
                    <a:p>
                      <a:pPr algn="ctr"/>
                      <a:r>
                        <a:rPr lang="es-CL" dirty="0" err="1"/>
                        <a:t>nombre_tienda</a:t>
                      </a:r>
                      <a:endParaRPr lang="es-CL" dirty="0"/>
                    </a:p>
                  </a:txBody>
                  <a:tcPr marL="91450" marR="91450">
                    <a:solidFill>
                      <a:schemeClr val="tx2">
                        <a:lumMod val="50000"/>
                      </a:schemeClr>
                    </a:solidFill>
                  </a:tcPr>
                </a:tc>
                <a:tc>
                  <a:txBody>
                    <a:bodyPr/>
                    <a:lstStyle/>
                    <a:p>
                      <a:pPr algn="ctr"/>
                      <a:r>
                        <a:rPr lang="es-CL" dirty="0"/>
                        <a:t>ventas</a:t>
                      </a:r>
                    </a:p>
                  </a:txBody>
                  <a:tcPr marL="91450" marR="91450">
                    <a:solidFill>
                      <a:schemeClr val="tx2">
                        <a:lumMod val="50000"/>
                      </a:schemeClr>
                    </a:solidFill>
                  </a:tcPr>
                </a:tc>
                <a:tc>
                  <a:txBody>
                    <a:bodyPr/>
                    <a:lstStyle/>
                    <a:p>
                      <a:pPr algn="ctr"/>
                      <a:r>
                        <a:rPr lang="es-CL" dirty="0"/>
                        <a:t>fecha</a:t>
                      </a:r>
                    </a:p>
                  </a:txBody>
                  <a:tcPr marL="91450" marR="91450">
                    <a:solidFill>
                      <a:schemeClr val="tx2">
                        <a:lumMod val="50000"/>
                      </a:schemeClr>
                    </a:solidFill>
                  </a:tcPr>
                </a:tc>
                <a:extLst>
                  <a:ext uri="{0D108BD9-81ED-4DB2-BD59-A6C34878D82A}">
                    <a16:rowId xmlns:a16="http://schemas.microsoft.com/office/drawing/2014/main" val="10000"/>
                  </a:ext>
                </a:extLst>
              </a:tr>
              <a:tr h="370840">
                <a:tc>
                  <a:txBody>
                    <a:bodyPr/>
                    <a:lstStyle/>
                    <a:p>
                      <a:pPr algn="ctr"/>
                      <a:r>
                        <a:rPr lang="es-CL" dirty="0"/>
                        <a:t>Valdivia</a:t>
                      </a:r>
                    </a:p>
                  </a:txBody>
                  <a:tcPr marL="91450" marR="91450">
                    <a:solidFill>
                      <a:schemeClr val="tx2">
                        <a:lumMod val="60000"/>
                        <a:lumOff val="40000"/>
                      </a:schemeClr>
                    </a:solidFill>
                  </a:tcPr>
                </a:tc>
                <a:tc>
                  <a:txBody>
                    <a:bodyPr/>
                    <a:lstStyle/>
                    <a:p>
                      <a:pPr algn="ctr"/>
                      <a:r>
                        <a:rPr lang="es-CL" dirty="0"/>
                        <a:t>1500</a:t>
                      </a:r>
                    </a:p>
                  </a:txBody>
                  <a:tcPr marL="91450" marR="91450">
                    <a:solidFill>
                      <a:schemeClr val="tx2">
                        <a:lumMod val="60000"/>
                        <a:lumOff val="40000"/>
                      </a:schemeClr>
                    </a:solidFill>
                  </a:tcPr>
                </a:tc>
                <a:tc>
                  <a:txBody>
                    <a:bodyPr/>
                    <a:lstStyle/>
                    <a:p>
                      <a:pPr algn="ctr"/>
                      <a:r>
                        <a:rPr lang="es-CL" dirty="0"/>
                        <a:t>05-jan-2010</a:t>
                      </a:r>
                    </a:p>
                  </a:txBody>
                  <a:tcPr marL="91450" marR="91450">
                    <a:solidFill>
                      <a:schemeClr val="tx2">
                        <a:lumMod val="60000"/>
                        <a:lumOff val="40000"/>
                      </a:schemeClr>
                    </a:solidFill>
                  </a:tcPr>
                </a:tc>
                <a:extLst>
                  <a:ext uri="{0D108BD9-81ED-4DB2-BD59-A6C34878D82A}">
                    <a16:rowId xmlns:a16="http://schemas.microsoft.com/office/drawing/2014/main" val="10001"/>
                  </a:ext>
                </a:extLst>
              </a:tr>
              <a:tr h="370840">
                <a:tc>
                  <a:txBody>
                    <a:bodyPr/>
                    <a:lstStyle/>
                    <a:p>
                      <a:pPr algn="ctr"/>
                      <a:r>
                        <a:rPr lang="es-CL" dirty="0"/>
                        <a:t>Temuco</a:t>
                      </a:r>
                    </a:p>
                  </a:txBody>
                  <a:tcPr marL="91450" marR="91450"/>
                </a:tc>
                <a:tc>
                  <a:txBody>
                    <a:bodyPr/>
                    <a:lstStyle/>
                    <a:p>
                      <a:pPr algn="ctr"/>
                      <a:r>
                        <a:rPr lang="es-CL" dirty="0"/>
                        <a:t>250</a:t>
                      </a:r>
                    </a:p>
                  </a:txBody>
                  <a:tcPr marL="91450" marR="9145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CL" dirty="0"/>
                        <a:t>07-jan-2010</a:t>
                      </a:r>
                    </a:p>
                  </a:txBody>
                  <a:tcPr marL="91450" marR="91450"/>
                </a:tc>
                <a:extLst>
                  <a:ext uri="{0D108BD9-81ED-4DB2-BD59-A6C34878D82A}">
                    <a16:rowId xmlns:a16="http://schemas.microsoft.com/office/drawing/2014/main" val="10002"/>
                  </a:ext>
                </a:extLst>
              </a:tr>
              <a:tr h="370840">
                <a:tc>
                  <a:txBody>
                    <a:bodyPr/>
                    <a:lstStyle/>
                    <a:p>
                      <a:pPr algn="ctr"/>
                      <a:r>
                        <a:rPr lang="es-CL" dirty="0"/>
                        <a:t>Valdivia</a:t>
                      </a:r>
                    </a:p>
                  </a:txBody>
                  <a:tcPr marL="91450" marR="91450">
                    <a:solidFill>
                      <a:schemeClr val="tx2">
                        <a:lumMod val="60000"/>
                        <a:lumOff val="40000"/>
                      </a:schemeClr>
                    </a:solidFill>
                  </a:tcPr>
                </a:tc>
                <a:tc>
                  <a:txBody>
                    <a:bodyPr/>
                    <a:lstStyle/>
                    <a:p>
                      <a:pPr algn="ctr"/>
                      <a:r>
                        <a:rPr lang="es-CL" dirty="0"/>
                        <a:t>300</a:t>
                      </a:r>
                    </a:p>
                  </a:txBody>
                  <a:tcPr marL="91450" marR="91450">
                    <a:solidFill>
                      <a:schemeClr val="tx2">
                        <a:lumMod val="60000"/>
                        <a:lumOff val="4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CL" dirty="0"/>
                        <a:t>08-jan-2010</a:t>
                      </a:r>
                    </a:p>
                  </a:txBody>
                  <a:tcPr marL="91450" marR="91450">
                    <a:solidFill>
                      <a:schemeClr val="tx2">
                        <a:lumMod val="60000"/>
                        <a:lumOff val="40000"/>
                      </a:schemeClr>
                    </a:solidFill>
                  </a:tcPr>
                </a:tc>
                <a:extLst>
                  <a:ext uri="{0D108BD9-81ED-4DB2-BD59-A6C34878D82A}">
                    <a16:rowId xmlns:a16="http://schemas.microsoft.com/office/drawing/2014/main" val="10003"/>
                  </a:ext>
                </a:extLst>
              </a:tr>
              <a:tr h="370840">
                <a:tc>
                  <a:txBody>
                    <a:bodyPr/>
                    <a:lstStyle/>
                    <a:p>
                      <a:pPr algn="ctr"/>
                      <a:r>
                        <a:rPr lang="es-CL" dirty="0"/>
                        <a:t>Osorno</a:t>
                      </a:r>
                    </a:p>
                  </a:txBody>
                  <a:tcPr marL="91450" marR="91450"/>
                </a:tc>
                <a:tc>
                  <a:txBody>
                    <a:bodyPr/>
                    <a:lstStyle/>
                    <a:p>
                      <a:pPr algn="ctr"/>
                      <a:r>
                        <a:rPr lang="es-CL" dirty="0"/>
                        <a:t>700</a:t>
                      </a:r>
                    </a:p>
                  </a:txBody>
                  <a:tcPr marL="91450" marR="9145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CL" dirty="0"/>
                        <a:t>08-jan-2010</a:t>
                      </a:r>
                    </a:p>
                  </a:txBody>
                  <a:tcPr marL="91450" marR="91450"/>
                </a:tc>
                <a:extLst>
                  <a:ext uri="{0D108BD9-81ED-4DB2-BD59-A6C34878D82A}">
                    <a16:rowId xmlns:a16="http://schemas.microsoft.com/office/drawing/2014/main" val="10004"/>
                  </a:ext>
                </a:extLst>
              </a:tr>
            </a:tbl>
          </a:graphicData>
        </a:graphic>
      </p:graphicFrame>
      <p:sp>
        <p:nvSpPr>
          <p:cNvPr id="25630" name="6 CuadroTexto"/>
          <p:cNvSpPr txBox="1">
            <a:spLocks noChangeArrowheads="1"/>
          </p:cNvSpPr>
          <p:nvPr/>
        </p:nvSpPr>
        <p:spPr bwMode="auto">
          <a:xfrm>
            <a:off x="465138" y="1574800"/>
            <a:ext cx="3286125" cy="369888"/>
          </a:xfrm>
          <a:prstGeom prst="rect">
            <a:avLst/>
          </a:prstGeom>
          <a:noFill/>
          <a:ln w="9525">
            <a:noFill/>
            <a:miter lim="800000"/>
            <a:headEnd/>
            <a:tailEnd/>
          </a:ln>
        </p:spPr>
        <p:txBody>
          <a:bodyPr>
            <a:spAutoFit/>
          </a:bodyPr>
          <a:lstStyle/>
          <a:p>
            <a:r>
              <a:rPr lang="es-CL" b="1"/>
              <a:t>tienda_info</a:t>
            </a:r>
          </a:p>
        </p:txBody>
      </p:sp>
      <p:sp>
        <p:nvSpPr>
          <p:cNvPr id="8" name="7 CuadroTexto"/>
          <p:cNvSpPr txBox="1"/>
          <p:nvPr/>
        </p:nvSpPr>
        <p:spPr>
          <a:xfrm>
            <a:off x="357188" y="3857625"/>
            <a:ext cx="4071937" cy="1878013"/>
          </a:xfrm>
          <a:prstGeom prst="rect">
            <a:avLst/>
          </a:prstGeom>
          <a:solidFill>
            <a:schemeClr val="tx1">
              <a:lumMod val="85000"/>
              <a:lumOff val="15000"/>
              <a:alpha val="62000"/>
            </a:schemeClr>
          </a:solidFill>
          <a:ln w="25400">
            <a:solidFill>
              <a:schemeClr val="tx1"/>
            </a:solidFill>
            <a:prstDash val="dash"/>
          </a:ln>
        </p:spPr>
        <p:txBody>
          <a:bodyPr>
            <a:spAutoFit/>
          </a:bodyPr>
          <a:lstStyle/>
          <a:p>
            <a:pPr>
              <a:defRPr/>
            </a:pPr>
            <a:r>
              <a:rPr lang="es-CL" sz="2800" b="1" u="sng" dirty="0">
                <a:latin typeface="+mj-lt"/>
              </a:rPr>
              <a:t>CONSULTA</a:t>
            </a:r>
          </a:p>
          <a:p>
            <a:pPr>
              <a:defRPr/>
            </a:pPr>
            <a:r>
              <a:rPr lang="es-CL" sz="2200" b="1" dirty="0">
                <a:latin typeface="+mj-lt"/>
              </a:rPr>
              <a:t>SELECT *</a:t>
            </a:r>
          </a:p>
          <a:p>
            <a:pPr>
              <a:defRPr/>
            </a:pPr>
            <a:r>
              <a:rPr lang="es-CL" sz="2200" b="1" dirty="0">
                <a:latin typeface="+mj-lt"/>
              </a:rPr>
              <a:t>FROM </a:t>
            </a:r>
            <a:r>
              <a:rPr lang="es-CL" sz="2200" b="1" dirty="0" err="1">
                <a:latin typeface="+mj-lt"/>
              </a:rPr>
              <a:t>tienda_info</a:t>
            </a:r>
            <a:endParaRPr lang="es-CL" sz="2200" b="1" dirty="0">
              <a:latin typeface="+mj-lt"/>
            </a:endParaRPr>
          </a:p>
          <a:p>
            <a:pPr>
              <a:defRPr/>
            </a:pPr>
            <a:r>
              <a:rPr lang="es-CL" sz="2200" b="1" dirty="0">
                <a:latin typeface="+mj-lt"/>
              </a:rPr>
              <a:t>WHERE ventas &gt; 500</a:t>
            </a:r>
          </a:p>
          <a:p>
            <a:pPr>
              <a:defRPr/>
            </a:pPr>
            <a:r>
              <a:rPr lang="es-CL" sz="2200" b="1" dirty="0">
                <a:latin typeface="+mj-lt"/>
              </a:rPr>
              <a:t>OR </a:t>
            </a:r>
            <a:r>
              <a:rPr lang="es-CL" sz="2200" b="1" dirty="0" err="1">
                <a:latin typeface="+mj-lt"/>
              </a:rPr>
              <a:t>nombre_tienda</a:t>
            </a:r>
            <a:r>
              <a:rPr lang="es-CL" sz="2200" b="1" dirty="0">
                <a:latin typeface="+mj-lt"/>
              </a:rPr>
              <a:t> = ‘Valdivia’</a:t>
            </a:r>
          </a:p>
        </p:txBody>
      </p:sp>
      <p:sp>
        <p:nvSpPr>
          <p:cNvPr id="9" name="8 CuadroTexto"/>
          <p:cNvSpPr txBox="1"/>
          <p:nvPr/>
        </p:nvSpPr>
        <p:spPr>
          <a:xfrm>
            <a:off x="4643438" y="4071938"/>
            <a:ext cx="4500562" cy="1538287"/>
          </a:xfrm>
          <a:prstGeom prst="rect">
            <a:avLst/>
          </a:prstGeom>
          <a:solidFill>
            <a:schemeClr val="accent6">
              <a:lumMod val="75000"/>
              <a:alpha val="80000"/>
            </a:schemeClr>
          </a:solidFill>
          <a:ln w="25400">
            <a:solidFill>
              <a:schemeClr val="tx1"/>
            </a:solidFill>
            <a:prstDash val="dash"/>
          </a:ln>
        </p:spPr>
        <p:txBody>
          <a:bodyPr>
            <a:spAutoFit/>
          </a:bodyPr>
          <a:lstStyle/>
          <a:p>
            <a:pPr>
              <a:defRPr/>
            </a:pPr>
            <a:r>
              <a:rPr lang="es-CL" sz="2800" b="1" u="sng" dirty="0">
                <a:latin typeface="+mj-lt"/>
              </a:rPr>
              <a:t>RESULTADO</a:t>
            </a:r>
          </a:p>
          <a:p>
            <a:pPr>
              <a:defRPr/>
            </a:pPr>
            <a:r>
              <a:rPr lang="es-CL" sz="2200" b="1" dirty="0">
                <a:latin typeface="+mj-lt"/>
              </a:rPr>
              <a:t>Valdivia		1500	05-jan-2010</a:t>
            </a:r>
          </a:p>
          <a:p>
            <a:pPr>
              <a:defRPr/>
            </a:pPr>
            <a:r>
              <a:rPr lang="es-CL" sz="2200" b="1" dirty="0">
                <a:latin typeface="+mj-lt"/>
              </a:rPr>
              <a:t>Valdivia		300	08-jan-2010</a:t>
            </a:r>
          </a:p>
          <a:p>
            <a:pPr>
              <a:defRPr/>
            </a:pPr>
            <a:r>
              <a:rPr lang="es-CL" sz="2200" b="1" dirty="0">
                <a:latin typeface="+mj-lt"/>
              </a:rPr>
              <a:t>Osorno		700	08-jan-2010</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638</TotalTime>
  <Words>1489</Words>
  <Application>Microsoft Office PowerPoint</Application>
  <PresentationFormat>Presentación en pantalla (4:3)</PresentationFormat>
  <Paragraphs>346</Paragraphs>
  <Slides>34</Slides>
  <Notes>0</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34</vt:i4>
      </vt:variant>
    </vt:vector>
  </HeadingPairs>
  <TitlesOfParts>
    <vt:vector size="44" baseType="lpstr">
      <vt:lpstr>Algerian</vt:lpstr>
      <vt:lpstr>Arial</vt:lpstr>
      <vt:lpstr>Arial Narrow</vt:lpstr>
      <vt:lpstr>Calibri</vt:lpstr>
      <vt:lpstr>Calibri Light</vt:lpstr>
      <vt:lpstr>Courier New</vt:lpstr>
      <vt:lpstr>Georgia</vt:lpstr>
      <vt:lpstr>Lucida Handwriting</vt:lpstr>
      <vt:lpstr>Wingdings 2</vt:lpstr>
      <vt:lpstr>Tema de Office</vt:lpstr>
      <vt:lpstr>Presentación de PowerPoint</vt:lpstr>
      <vt:lpstr>COMPONENTES DEL LENGUAJE DE CONSULTA ESTRUCTURADO</vt:lpstr>
      <vt:lpstr>Presentación de PowerPoint</vt:lpstr>
      <vt:lpstr>¿Qué es SQL?</vt:lpstr>
      <vt:lpstr>COMPONENTES DEL SQL</vt:lpstr>
      <vt:lpstr>COMANDOS</vt:lpstr>
      <vt:lpstr>COMANDOS LENGUAJE DE DEFINICIÓN DE DATOS (DDL)</vt:lpstr>
      <vt:lpstr>COMANDOS LENGUAJE DE MANIPULACIÓN DE DATOS (DML)</vt:lpstr>
      <vt:lpstr>COMANDOS LENGUAJE DE CONTROL DE DATOS (DCL)</vt:lpstr>
      <vt:lpstr>COMANDOS LENGUAJE DE CONTROL DE TRANSACCION (TCL)</vt:lpstr>
      <vt:lpstr>CLÁUSULA</vt:lpstr>
      <vt:lpstr>OPERADORES</vt:lpstr>
      <vt:lpstr>OPERADORES LÓGICOS</vt:lpstr>
      <vt:lpstr>OPERADORES DE COMPARACIÓN</vt:lpstr>
      <vt:lpstr>FUNCIONES DE AGREGADOS</vt:lpstr>
      <vt:lpstr>FUNCIONES DE AGREGADOS </vt:lpstr>
      <vt:lpstr>Orden de Ejecución de los Comandos</vt:lpstr>
      <vt:lpstr>Consulta básica</vt:lpstr>
      <vt:lpstr>Ejemplo</vt:lpstr>
      <vt:lpstr>WHERE</vt:lpstr>
      <vt:lpstr>Ejemplo</vt:lpstr>
      <vt:lpstr>Alias</vt:lpstr>
      <vt:lpstr>Ejemplo</vt:lpstr>
      <vt:lpstr>Alias 2</vt:lpstr>
      <vt:lpstr>Ejemplo con Alias</vt:lpstr>
      <vt:lpstr>GROUP BY</vt:lpstr>
      <vt:lpstr>GROUP BY: Ejemplo</vt:lpstr>
      <vt:lpstr>HAVING</vt:lpstr>
      <vt:lpstr>HAVING: Ejemplo</vt:lpstr>
      <vt:lpstr>ORDER BY</vt:lpstr>
      <vt:lpstr>ORDER BY: Ejemplo</vt:lpstr>
      <vt:lpstr>OPERADORES LOGICOS (AND-OR)</vt:lpstr>
      <vt:lpstr>OPERADORES LOGICOS: Ejemplo AND</vt:lpstr>
      <vt:lpstr>OPERADORES LOGICOS: Ejemplo 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Introducción al SQL</dc:title>
  <dc:creator>Prof. Lcdo. Luis Peña</dc:creator>
  <cp:lastModifiedBy>CARLOS ANDRES GOMEZ VASCO</cp:lastModifiedBy>
  <cp:revision>75</cp:revision>
  <dcterms:created xsi:type="dcterms:W3CDTF">2011-11-05T22:32:05Z</dcterms:created>
  <dcterms:modified xsi:type="dcterms:W3CDTF">2025-09-09T22:22:41Z</dcterms:modified>
</cp:coreProperties>
</file>