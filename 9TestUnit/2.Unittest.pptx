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0420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64134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13032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22900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57699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02868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94807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3669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03063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92335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25260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1801BD-F2C1-4FCB-889C-5FD334A03FB2}" type="datetimeFigureOut">
              <a:rPr lang="es-CO" smtClean="0"/>
              <a:t>21/10/2025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72C58-E88C-425A-A759-08C5A6DC337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85141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94F6B8-F65B-4934-89FD-AAC8A8C706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Unittest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293940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FFF3EAC-C774-4AAD-BDCA-801FD30F047C}"/>
              </a:ext>
            </a:extLst>
          </p:cNvPr>
          <p:cNvSpPr txBox="1"/>
          <p:nvPr/>
        </p:nvSpPr>
        <p:spPr>
          <a:xfrm>
            <a:off x="671732" y="545350"/>
            <a:ext cx="1104665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#assert  --- palabra reservada que permite revisar una condición.</a:t>
            </a:r>
            <a:endParaRPr lang="es-E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s-E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si la condición se cumple continua la ejecución.</a:t>
            </a:r>
            <a:endParaRPr lang="es-E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s-ES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s-E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s-E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s-E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</a:t>
            </a:r>
            <a:r>
              <a:rPr lang="es-E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s-E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__"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ES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s-E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s-E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endParaRPr lang="es-E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E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"&gt;&gt;&gt; El programa continua con su ejecución"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568E1A47-380F-41BC-A2C9-3E69A2761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996" y="4768412"/>
            <a:ext cx="1140639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instrucción </a:t>
            </a:r>
            <a:r>
              <a:rPr kumimoji="0" lang="es-CO" altLang="es-CO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assert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 Python se usa para 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verificar que una condición sea verdadera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durante la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ejecución del programa.</a:t>
            </a:r>
            <a:b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la condición es 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verdadera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el programa 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continúa normalmente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es 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falsa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el programa 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lanza un error (</a:t>
            </a:r>
            <a:r>
              <a:rPr kumimoji="0" lang="es-CO" altLang="es-CO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AssertionError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se detiene. </a:t>
            </a:r>
          </a:p>
        </p:txBody>
      </p:sp>
    </p:spTree>
    <p:extLst>
      <p:ext uri="{BB962C8B-B14F-4D97-AF65-F5344CB8AC3E}">
        <p14:creationId xmlns:p14="http://schemas.microsoft.com/office/powerpoint/2010/main" val="3256152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4E4576B6-9A0E-401F-866C-8CB37649685F}"/>
              </a:ext>
            </a:extLst>
          </p:cNvPr>
          <p:cNvSpPr txBox="1"/>
          <p:nvPr/>
        </p:nvSpPr>
        <p:spPr>
          <a:xfrm>
            <a:off x="572672" y="939245"/>
            <a:ext cx="1104665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#assert  --- palabra reservada que permite revisar una condición.</a:t>
            </a:r>
            <a:endParaRPr lang="es-E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s-E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si la condición se cumple continua la ejecución.</a:t>
            </a:r>
            <a:endParaRPr lang="es-E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s-ES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s-E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s-E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s-E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</a:t>
            </a:r>
            <a:r>
              <a:rPr lang="es-E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s-E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__"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ES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2800" dirty="0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es-E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s-E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10, “Lo sentimos 5 no es igual a 10”</a:t>
            </a:r>
            <a:endParaRPr lang="es-E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E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"&gt;&gt;&gt; El programa continua con su ejecución"</a:t>
            </a:r>
            <a:r>
              <a:rPr lang="es-E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281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163</Words>
  <Application>Microsoft Office PowerPoint</Application>
  <PresentationFormat>Panorámica</PresentationFormat>
  <Paragraphs>13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9" baseType="lpstr">
      <vt:lpstr>Arial</vt:lpstr>
      <vt:lpstr>Arial Unicode MS</vt:lpstr>
      <vt:lpstr>Calibri</vt:lpstr>
      <vt:lpstr>Calibri Light</vt:lpstr>
      <vt:lpstr>Consolas</vt:lpstr>
      <vt:lpstr>Office Theme</vt:lpstr>
      <vt:lpstr>Unittest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Pruebas Unitarias de Código</dc:title>
  <dc:creator>CARLOS ANDRES GOMEZ VASCO</dc:creator>
  <cp:lastModifiedBy>CARLOS ANDRES GOMEZ VASCO</cp:lastModifiedBy>
  <cp:revision>13</cp:revision>
  <dcterms:created xsi:type="dcterms:W3CDTF">2025-10-21T00:55:42Z</dcterms:created>
  <dcterms:modified xsi:type="dcterms:W3CDTF">2025-10-22T01:37:24Z</dcterms:modified>
</cp:coreProperties>
</file>