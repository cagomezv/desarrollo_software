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0420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413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3032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290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7699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286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4807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6693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063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2335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801BD-F2C1-4FCB-889C-5FD334A03FB2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5260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1801BD-F2C1-4FCB-889C-5FD334A03FB2}" type="datetimeFigureOut">
              <a:rPr lang="es-CO" smtClean="0"/>
              <a:t>28/10/2025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72C58-E88C-425A-A759-08C5A6DC33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5141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94F6B8-F65B-4934-89FD-AAC8A8C706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Unittest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93940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FFF3EAC-C774-4AAD-BDCA-801FD30F047C}"/>
              </a:ext>
            </a:extLst>
          </p:cNvPr>
          <p:cNvSpPr txBox="1"/>
          <p:nvPr/>
        </p:nvSpPr>
        <p:spPr>
          <a:xfrm>
            <a:off x="671732" y="545350"/>
            <a:ext cx="1104665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#assert  --- palabra reservada que permite revisar una condición.</a:t>
            </a:r>
            <a:endParaRPr lang="es-E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si la condición se cumple continua la ejecución.</a:t>
            </a:r>
            <a:endParaRPr lang="es-E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ES" sz="2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s-E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s-E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"__</a:t>
            </a:r>
            <a:r>
              <a:rPr lang="es-ES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s-E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__"</a:t>
            </a:r>
            <a: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2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s-E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s-E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endParaRPr lang="es-E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"&gt;&gt;&gt; El programa continua con su ejecución"</a:t>
            </a:r>
            <a: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68E1A47-380F-41BC-A2C9-3E69A2761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996" y="4768412"/>
            <a:ext cx="1140639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instrucción </a:t>
            </a:r>
            <a:r>
              <a:rPr kumimoji="0" lang="es-CO" altLang="es-CO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assert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 Python se usa para </a:t>
            </a: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verificar que una condición sea verdadera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durante la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ejecución del programa.</a:t>
            </a:r>
            <a:b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la condición es </a:t>
            </a: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verdadera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el programa </a:t>
            </a: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continúa normalmente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es </a:t>
            </a: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falsa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el programa </a:t>
            </a: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lanza un error (</a:t>
            </a:r>
            <a:r>
              <a:rPr kumimoji="0" lang="es-CO" altLang="es-CO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AssertionError</a:t>
            </a: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se detiene. </a:t>
            </a:r>
          </a:p>
        </p:txBody>
      </p:sp>
    </p:spTree>
    <p:extLst>
      <p:ext uri="{BB962C8B-B14F-4D97-AF65-F5344CB8AC3E}">
        <p14:creationId xmlns:p14="http://schemas.microsoft.com/office/powerpoint/2010/main" val="3256152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E4576B6-9A0E-401F-866C-8CB37649685F}"/>
              </a:ext>
            </a:extLst>
          </p:cNvPr>
          <p:cNvSpPr txBox="1"/>
          <p:nvPr/>
        </p:nvSpPr>
        <p:spPr>
          <a:xfrm>
            <a:off x="572672" y="939245"/>
            <a:ext cx="1104665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#assert  --- palabra reservada que permite revisar una condición.</a:t>
            </a:r>
            <a:endParaRPr lang="es-E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si la condición se cumple continua la ejecución.</a:t>
            </a:r>
            <a:endParaRPr lang="es-E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ES" sz="2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s-E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s-E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"__</a:t>
            </a:r>
            <a:r>
              <a:rPr lang="es-ES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s-E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__"</a:t>
            </a:r>
            <a: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2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28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s-E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s-E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10, “Lo sentimos 5 no es igual a 10”</a:t>
            </a:r>
            <a:endParaRPr lang="es-E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"&gt;&gt;&gt; El programa continua con su ejecución"</a:t>
            </a:r>
            <a:r>
              <a:rPr lang="es-E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03281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36841-671E-441C-941A-C4EE9A90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Ejemplo:</a:t>
            </a:r>
            <a:endParaRPr lang="es-CO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BBA7BFB-8B68-4A39-96A5-F57503CEF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755" y="1690688"/>
            <a:ext cx="392430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BAEDFFC-6DF2-4114-BB0A-A96F5BB1ED8E}"/>
              </a:ext>
            </a:extLst>
          </p:cNvPr>
          <p:cNvSpPr txBox="1"/>
          <p:nvPr/>
        </p:nvSpPr>
        <p:spPr>
          <a:xfrm>
            <a:off x="5665763" y="1690688"/>
            <a:ext cx="6098344" cy="2368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ESTRUCTURA DEL PROYECTO</a:t>
            </a:r>
            <a:endParaRPr lang="es-C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campo_magnetico</a:t>
            </a:r>
            <a: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s-C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│</a:t>
            </a:r>
            <a:endParaRPr lang="es-C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├── particula.py           # modelo físico</a:t>
            </a:r>
            <a:endParaRPr lang="es-C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├── simulacion.py          # simulación numérica</a:t>
            </a:r>
            <a:endParaRPr lang="es-C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└── test_particula.py      # pruebas unitarias con </a:t>
            </a:r>
            <a:r>
              <a:rPr lang="es-CO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unittest</a:t>
            </a:r>
            <a:endParaRPr lang="es-CO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291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DEAD1C7-F47E-4919-80E4-95B6C82BC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369" y="427586"/>
            <a:ext cx="1116974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Archivo particula.py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Propósito: Define la clase </a:t>
            </a:r>
            <a:r>
              <a:rPr kumimoji="0" lang="es-CO" altLang="es-CO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Particula</a:t>
            </a: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que representa un modelo físico básico: masa, carga, velocidad y campo magnético.</a:t>
            </a:r>
            <a:b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s-CO" altLang="es-CO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Contiene los métodos que describen propiedades analíticas del movimiento (no simula, solo calcula).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56CD764-6C3F-4486-85F0-D13A33CE6AB1}"/>
              </a:ext>
            </a:extLst>
          </p:cNvPr>
          <p:cNvSpPr txBox="1"/>
          <p:nvPr/>
        </p:nvSpPr>
        <p:spPr>
          <a:xfrm>
            <a:off x="961877" y="3048929"/>
            <a:ext cx="601569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dirty="0" err="1">
                <a:solidFill>
                  <a:srgbClr val="00B050"/>
                </a:solidFill>
              </a:rPr>
              <a:t>class</a:t>
            </a:r>
            <a:r>
              <a:rPr lang="es-CO" sz="2800" dirty="0">
                <a:solidFill>
                  <a:srgbClr val="00B050"/>
                </a:solidFill>
              </a:rPr>
              <a:t> </a:t>
            </a:r>
            <a:r>
              <a:rPr lang="es-CO" sz="2800" dirty="0" err="1">
                <a:solidFill>
                  <a:srgbClr val="00B050"/>
                </a:solidFill>
              </a:rPr>
              <a:t>Particula</a:t>
            </a:r>
            <a:r>
              <a:rPr lang="es-CO" sz="2800" dirty="0">
                <a:solidFill>
                  <a:srgbClr val="00B050"/>
                </a:solidFill>
              </a:rPr>
              <a:t>:</a:t>
            </a:r>
          </a:p>
          <a:p>
            <a:r>
              <a:rPr lang="es-CO" sz="2800" dirty="0">
                <a:solidFill>
                  <a:srgbClr val="00B050"/>
                </a:solidFill>
              </a:rPr>
              <a:t>    """Clase que representa una partícula cargada en un campo magnético uniforme.""“</a:t>
            </a:r>
          </a:p>
          <a:p>
            <a:endParaRPr lang="es-CO" sz="2800" dirty="0">
              <a:solidFill>
                <a:srgbClr val="00B050"/>
              </a:solidFill>
            </a:endParaRPr>
          </a:p>
          <a:p>
            <a:endParaRPr lang="es-CO" sz="2800" dirty="0">
              <a:solidFill>
                <a:srgbClr val="00B050"/>
              </a:solidFill>
            </a:endParaRPr>
          </a:p>
          <a:p>
            <a:r>
              <a:rPr lang="en-US" sz="2800" dirty="0">
                <a:solidFill>
                  <a:srgbClr val="00B050"/>
                </a:solidFill>
              </a:rPr>
              <a:t>def __</a:t>
            </a:r>
            <a:r>
              <a:rPr lang="en-US" sz="2800" dirty="0" err="1">
                <a:solidFill>
                  <a:srgbClr val="00B050"/>
                </a:solidFill>
              </a:rPr>
              <a:t>init</a:t>
            </a:r>
            <a:r>
              <a:rPr lang="en-US" sz="2800" dirty="0">
                <a:solidFill>
                  <a:srgbClr val="00B050"/>
                </a:solidFill>
              </a:rPr>
              <a:t>__(self, q, m, v0, B):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EAB00AD-2D03-490A-9A58-22A565579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5366" y="3325928"/>
            <a:ext cx="3896750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constructor recibe: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q: carga eléctrica (en </a:t>
            </a:r>
            <a:r>
              <a:rPr kumimoji="0" lang="es-CO" altLang="es-CO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coulombios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m: masa (en kilogramos)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v0: vector velocidad inicial (</a:t>
            </a:r>
            <a:r>
              <a:rPr kumimoji="0" lang="es-CO" altLang="es-CO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vx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s-CO" altLang="es-CO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vy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s-CO" altLang="es-CO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vz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B: vector campo magnético (</a:t>
            </a:r>
            <a:r>
              <a:rPr kumimoji="0" lang="es-CO" altLang="es-CO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Bx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s-CO" altLang="es-CO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s-CO" altLang="es-CO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Bz</a:t>
            </a: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159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4B1939-05EE-4293-A6B7-8DCB0A00C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Métodos de Dicha Clase</a:t>
            </a:r>
            <a:endParaRPr lang="es-CO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9AF61C-D176-4E88-87A8-012290B00B2E}"/>
              </a:ext>
            </a:extLst>
          </p:cNvPr>
          <p:cNvSpPr txBox="1"/>
          <p:nvPr/>
        </p:nvSpPr>
        <p:spPr>
          <a:xfrm>
            <a:off x="2413780" y="1707321"/>
            <a:ext cx="639259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s-CO" sz="4000" dirty="0" err="1"/>
              <a:t>frecuencia_ciclotron</a:t>
            </a:r>
            <a:r>
              <a:rPr lang="es-CO" sz="4000" dirty="0"/>
              <a:t>()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s-CO" sz="4000" dirty="0" err="1"/>
              <a:t>radio_orbita</a:t>
            </a:r>
            <a:r>
              <a:rPr lang="es-CO" sz="4000" dirty="0"/>
              <a:t>()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s-CO" sz="4000" dirty="0" err="1"/>
              <a:t>energia_cinetica</a:t>
            </a:r>
            <a:r>
              <a:rPr lang="es-CO" sz="40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333823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F7ED52F-6CCF-4038-8C32-F64E2FDE8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212" y="375591"/>
            <a:ext cx="1154957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Archivo simulacion.py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Propósito: </a:t>
            </a:r>
            <a:r>
              <a:rPr kumimoji="0" lang="es-CO" altLang="es-CO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Contiene las funciones numéricas que simulan el movimiento real de la partícula bajo la fuerza de Lorentz, usando un método de integración temporal (</a:t>
            </a:r>
            <a:r>
              <a:rPr kumimoji="0" lang="es-CO" altLang="es-CO" sz="4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Euler explícito</a:t>
            </a:r>
            <a:r>
              <a:rPr kumimoji="0" lang="es-CO" altLang="es-CO" sz="4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).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5A9748-61E8-4ACD-B3AA-FC136B1D3445}"/>
              </a:ext>
            </a:extLst>
          </p:cNvPr>
          <p:cNvSpPr txBox="1"/>
          <p:nvPr/>
        </p:nvSpPr>
        <p:spPr>
          <a:xfrm>
            <a:off x="2141219" y="4581829"/>
            <a:ext cx="79095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fr-FR" sz="4000" dirty="0" err="1"/>
              <a:t>lorentz_force</a:t>
            </a:r>
            <a:r>
              <a:rPr lang="fr-FR" sz="4000" dirty="0"/>
              <a:t>(q, v, B)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s-CO" sz="4000" dirty="0"/>
              <a:t>simular(</a:t>
            </a:r>
            <a:r>
              <a:rPr lang="es-CO" sz="4000" dirty="0" err="1"/>
              <a:t>particula</a:t>
            </a:r>
            <a:r>
              <a:rPr lang="es-CO" sz="4000" dirty="0"/>
              <a:t>, </a:t>
            </a:r>
            <a:r>
              <a:rPr lang="es-CO" sz="4000" dirty="0" err="1"/>
              <a:t>dt</a:t>
            </a:r>
            <a:r>
              <a:rPr lang="es-CO" sz="4000" dirty="0"/>
              <a:t>, pasos)</a:t>
            </a:r>
          </a:p>
        </p:txBody>
      </p:sp>
    </p:spTree>
    <p:extLst>
      <p:ext uri="{BB962C8B-B14F-4D97-AF65-F5344CB8AC3E}">
        <p14:creationId xmlns:p14="http://schemas.microsoft.com/office/powerpoint/2010/main" val="1603377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0D16A-8925-4B2E-ADE0-5C45372F1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s-ES" dirty="0"/>
              <a:t>EJERCICIO: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9DAB50-9BAB-41F6-BA07-7C4EB97A3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590" y="1015440"/>
            <a:ext cx="4097219" cy="265622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dirty="0"/>
              <a:t>Un investigador quiere estudiar el comportamiento de un gas confinado en una caja cuadrada. Para ello, decide modelar las trayectorias de las partículas y verificar si la energía total se conserva y si la velocidad promedio puede relacionarse con la temperatura.</a:t>
            </a:r>
          </a:p>
          <a:p>
            <a:pPr marL="0" indent="0" algn="just">
              <a:buNone/>
            </a:pPr>
            <a:endParaRPr lang="es-ES" dirty="0"/>
          </a:p>
          <a:p>
            <a:endParaRPr lang="es-CO" sz="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E7ECE4A-438A-4405-BDC7-45B53C9E21DC}"/>
              </a:ext>
            </a:extLst>
          </p:cNvPr>
          <p:cNvSpPr txBox="1"/>
          <p:nvPr/>
        </p:nvSpPr>
        <p:spPr>
          <a:xfrm>
            <a:off x="5289452" y="1122330"/>
            <a:ext cx="65449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 err="1"/>
              <a:t>gas_ideal</a:t>
            </a:r>
            <a:r>
              <a:rPr lang="es-CO" sz="2000" dirty="0"/>
              <a:t>/</a:t>
            </a:r>
          </a:p>
          <a:p>
            <a:r>
              <a:rPr lang="es-CO" sz="2000" dirty="0"/>
              <a:t>│</a:t>
            </a:r>
          </a:p>
          <a:p>
            <a:r>
              <a:rPr lang="es-CO" sz="2000" dirty="0"/>
              <a:t>├── particula.py        # clase Partícula</a:t>
            </a:r>
          </a:p>
          <a:p>
            <a:r>
              <a:rPr lang="es-CO" sz="2000" dirty="0"/>
              <a:t>├── simulacion.py       # funciones de simulación y análisis</a:t>
            </a:r>
          </a:p>
          <a:p>
            <a:r>
              <a:rPr lang="es-CO" sz="2000" dirty="0"/>
              <a:t>├── test_gas.py         # pruebas unitarias</a:t>
            </a:r>
          </a:p>
          <a:p>
            <a:r>
              <a:rPr lang="es-CO" sz="2000" dirty="0"/>
              <a:t>└── graficar.py         # visualización de resultados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1706E1C-4D01-469E-8991-5FB68A7A1721}"/>
              </a:ext>
            </a:extLst>
          </p:cNvPr>
          <p:cNvSpPr txBox="1"/>
          <p:nvPr/>
        </p:nvSpPr>
        <p:spPr>
          <a:xfrm>
            <a:off x="5525087" y="3528122"/>
            <a:ext cx="56868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ES" sz="3200" dirty="0"/>
              <a:t>Tú eres parte del equipo de simulación. Tu tarea consiste en diseñar el modelo computacional, probar su validez física y analizar los resultados.</a:t>
            </a:r>
          </a:p>
        </p:txBody>
      </p:sp>
    </p:spTree>
    <p:extLst>
      <p:ext uri="{BB962C8B-B14F-4D97-AF65-F5344CB8AC3E}">
        <p14:creationId xmlns:p14="http://schemas.microsoft.com/office/powerpoint/2010/main" val="223405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</TotalTime>
  <Words>497</Words>
  <Application>Microsoft Office PowerPoint</Application>
  <PresentationFormat>Panorámica</PresentationFormat>
  <Paragraphs>52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Consolas</vt:lpstr>
      <vt:lpstr>Wingdings</vt:lpstr>
      <vt:lpstr>Office Theme</vt:lpstr>
      <vt:lpstr>Unittest</vt:lpstr>
      <vt:lpstr>Presentación de PowerPoint</vt:lpstr>
      <vt:lpstr>Presentación de PowerPoint</vt:lpstr>
      <vt:lpstr>Ejemplo:</vt:lpstr>
      <vt:lpstr>Presentación de PowerPoint</vt:lpstr>
      <vt:lpstr>Métodos de Dicha Clase</vt:lpstr>
      <vt:lpstr>Presentación de PowerPoint</vt:lpstr>
      <vt:lpstr>EJERCICIO: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Pruebas Unitarias de Código</dc:title>
  <dc:creator>CARLOS ANDRES GOMEZ VASCO</dc:creator>
  <cp:lastModifiedBy>CARLOS ANDRES GOMEZ VASCO</cp:lastModifiedBy>
  <cp:revision>17</cp:revision>
  <dcterms:created xsi:type="dcterms:W3CDTF">2025-10-21T00:55:42Z</dcterms:created>
  <dcterms:modified xsi:type="dcterms:W3CDTF">2025-10-28T23:13:52Z</dcterms:modified>
</cp:coreProperties>
</file>